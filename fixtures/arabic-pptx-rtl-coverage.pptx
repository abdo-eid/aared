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7.85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839 1 24575,'0'0'0,"0"7"0,0 22 0,0 16 0,0 26 0,-9 30 0,-9 11 0,-9 11 0,1 16 0,-5 23 0,-12 1 0,-5 8 0,-2 4 0,-18 3 0,0 9 0,10-7 0,-3-10 0,12-10 0,5-10 0,2 1 0,11-5 0,-1-30 0,9-13 0,6-20 0,6-7 0,6-2 0,2 1 0,3 3 0,-8-5 0,0 3 0,1 1 0,0 4 0,2-6 0,-6 2 0,0-24 0,1-35 0,10-16 0,0-1 0,0-1 0,0 0 0,0 0 0,0 0 0,-1 0 0,1 0 0,0 1 0,0-1 0,0 0 0,0 0 0,0 0 0,-1 0 0,1 0 0,0 0 0,0 0 0,0 1 0,0-1 0,-1 0 0,1 0 0,0 0 0,0 0 0,0 0 0,0 0 0,-1 0 0,1 0 0,0 0 0,0 0 0,0 0 0,-1 0 0,1 0 0,0 0 0,0 0 0,0 0 0,0-1 0,-1 1 0,1 0 0,0 0 0,0 0 0,0 0 0,0 0 0,0 0 0,-1 0 0,1 0 0,0-1 0,0 1 0,0 0 0,0 0 0,0 0 0,0 0 0,0 0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8.72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108.37915"/>
      <inkml:brushProperty name="anchorY" value="-2487.20459"/>
      <inkml:brushProperty name="scaleFactor" value="0.5"/>
    </inkml:brush>
  </inkml:definitions>
  <inkml:trace contextRef="#ctx0" brushRef="#br0">0 1 24575,'0'0'0,"8"0"0,11 9 0,0 17 0,15 20 0,-3 16 0,-4 12 0,-6 19 0,10 5 0,-5 3 0,5 26 0,3 16 0,3 34 0,13 20 0,1 25 0,20 19 0,0-13 0,16-1 0,-5-12 0,3-11 0,1-20 0,-17-16 0,-9-23 0,-8-20 0,-14-15 0,-4-22 0,-1-6 0,2-5 0,2 10 0,2 2 0,-6-6 0,0-9 0,-6 0 0,-8-8 0,-7-6 0,-5-24 0,-4-31 0,-3-14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8:59.52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93.8349"/>
      <inkml:brushProperty name="anchorY" value="-7791.93555"/>
      <inkml:brushProperty name="scaleFactor" value="0.5"/>
    </inkml:brush>
  </inkml:definitions>
  <inkml:trace contextRef="#ctx0" brushRef="#br0">1084 0 24575,'0'0'0,"-8"0"0,-11 0 0,-17 0 0,-17 0 0,-32 0 0,-20 0 0,-26 0 0,-2 0 0,5 0 0,8 0 0,19 0 0,17 0 0,33 0 0,22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3.8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24575,'60'1103'0,"-59"-1090"0,24 184 0,50 195 0,-12-83 0,101 478 0,-103-477 0,10 44 0,-63-330 0,1-1 0,1 0 0,14 24 0,3 6 0,-9 4 108,-12-36-269,-9-40-1151,-6-21-5514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5.7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1 277 24575,'-1'-7'0,"1"0"0,1 0 0,-1 0 0,1 1 0,0-1 0,1 0 0,0 1 0,0-1 0,0 1 0,1-1 0,4-6 0,-3 6 0,1 1 0,1 0 0,-1 0 0,1 1 0,0 0 0,1 0 0,-1 0 0,1 1 0,12-7 0,24-11 0,2 2 0,0 2 0,1 1 0,0 3 0,49-8 0,-63 16 0,0 1 0,-1 2 0,1 1 0,0 1 0,0 2 0,0 1 0,0 2 0,54 13 0,-71-11 0,1 0 0,-2 1 0,1 1 0,-1 0 0,0 1 0,-1 0 0,0 1 0,-1 0 0,0 2 0,14 15 0,11 18 0,48 74 0,-70-96 0,91 136 0,117 234 0,-215-376 0,0-1 0,-2 1 0,0 0 0,0 1 0,-2-1 0,0 1 0,-1 0 0,-1 0 0,-1 0 0,0 0 0,-2 1 0,0-1 0,0 0 0,-2 0 0,0 0 0,-2-1 0,0 1 0,0-1 0,-2 0 0,-15 30 0,2-10 0,-1-1 0,-2-1 0,-1-1 0,-1-2 0,-2 0 0,-2-2 0,0 0 0,-2-3 0,-62 44 0,80-63 0,-99 68 0,-126 61 0,250-140 0,1 1 0,-1 0 0,22 0 0,-7 0 0,467-9 0,-146 9 0,-192-17 0,-129 13 0,1 1 0,0 1 0,0 2 0,0 1 0,0 1 0,0 1 0,48 9 0,-62-6 0,0 2 0,0 0 0,0 0 0,-1 1 0,1 1 0,-2 0 0,14 12 0,80 75 0,-90-80 0,284 313 0,-175-185 0,-116-131 0,1 1 0,-2-1 0,0 1 0,-1 1 0,0 0 0,-1 0 0,0 0 0,-1 0 0,-1 1 0,0 0 0,2 25 0,-1 13 0,-2 0 0,-6 54 0,2-61 0,0-35 0,0 0 0,-1 0 0,0-1 0,-1 1 0,0-1 0,0 1 0,-1-1 0,-1 0 0,0 0 0,-7 11 0,-8 8 0,-42 47 0,55-69 0,-48 53 0,-3-3 0,-84 64 0,-139 80 0,198-144 0,43-32 0,0-2 0,-2-3 0,-50 19 0,-27 12 0,-211 113 0,124-70 0,108-51 0,76-32 0,-1-2 0,1 0 0,-1-1 0,-1-1 0,0-2 0,1 0 0,-2-1 0,1-2 0,-25 0 0,48-2-23,-1 0 0,1 0 0,0 1 0,0-2 0,0 1-1,0 0 1,0 0 0,0 0 0,-1 0 0,1-1 0,0 1 0,0 0-1,0-1 1,0 1 0,0-1 0,0 0 0,0 1 0,0-1 0,0 0-1,1 1 1,-1-1 0,0 0 0,0 0 0,1 0 0,-1 0 0,0 0-1,1 0 1,-1 1 0,1-2 0,-1 1 0,1 0 0,-1 0 0,1 0-1,0 0 1,0 0 0,-1 0 0,1 0 0,0 0 0,0-1 0,0 1 0,0 0-1,0 0 1,1 0 0,-1 0 0,0 0 0,0 0 0,1 0 0,-1 0-1,1-1 1,-1 1 0,1 0 0,-1 1 0,1-1 0,0 0 0,-1 0-1,1 0 1,0 0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09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1865 1 8192,'-9'1'1779,"1"1"-1,-1 0 1,1 0 0,0 1 0,0 0 0,0 0 0,0 1 0,-14 10 0,-14 4 233,-7-1-2148,-1-2 0,-1-2 1,0-2-1,0-2 0,-67 5 0,-233-9-1418,320-5 1447,5-1-808,-1 1 1,1 1-1,0 1 1,0 1-1,0 0 1,0 2 0,0 0-1,1 1 1,0 1-1,0 1 1,1 1-1,0 0 1,1 1-1,-1 1 1,2 1-1,-27 24 1,-103 117 914,44-43 0,28-33 0,-80 109 0,128-150 0,1 2 0,2 1 0,1 1 0,3 0 0,-27 80 0,32-74 0,3 0 0,2 0 0,1 1 0,3 0 0,2 1 0,1-1 0,7 57 0,29 916 0,-32-972 0,1-1 0,3 1 0,2-1 0,14 47 0,70 178 0,-57-193 932,2-2 0,82 123 0,-95-166 805,1 0 0,1-1 0,2-2 0,36 31-1,-40-41 1434,40 25 0,-42-32-3150,-1 0 0,2-1 0,0-2 1,0 0-1,1-2 0,0 0 0,1-2 0,-1 0 0,37 4 1,78-3-21,154-10 0,-116-3 0,-130 5 0,-15 2 0,0-2 0,0-1 0,0-2 0,0-1 0,0-1 0,-1-2 0,38-13 0,21-26 0,-61 29 0,40-16 0,82-25 0,184-43 0,-317 97 0,0-1 0,0-1 0,0 0 0,-1-2 0,30-16 0,-3-10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12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9830,'17'886'7756,"-3"-571"-5609,14 213 537,-13-381-1093,53 228 1,-45-285-1304,50 239 38,-57-216-326,55 192 0,-41-232-91,-29-71 66,0 0 1,0 0 0,0 0-1,0 0 1,0-1 0,0 1 0,1 0-1,-1-1 1,1 0 0,-1 1 0,1-1-1,0 0 1,-1 1 0,4 0 0,11-6-68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1:29:13.4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9830,'606'0'4415,"-589"0"-4261,-1 1 1,1 0 0,-1 1 0,0 1-1,17 6 1,-24-7-59,-1 1 1,0 1-1,0-1 1,-1 2-1,1-1 0,-1 1 1,0 0-1,0 0 0,0 1 1,-1 0-1,8 9 0,15 25 480,-2 1 0,35 74 0,0-1 587,-6-23-358,115 208 1341,-149-253-1787,-3 1 1,-1 0-1,-2 1 1,17 93 0,-26-74 218,-1 81 0,-5-79-62,11 74 1,1-38-508,-5 0 1,-4 1-1,-5 0 0,-4 0 0,-39 206 1,42-299-10,0 1 0,-1-1 0,-1-1 0,0 1 0,-1-1 0,0 1 0,-1-1 0,0-1 0,-1 1 0,0-1 0,-1 0 0,0-1 0,-1 0 0,0 0 0,-17 14 0,9-10 0,0-2 0,0 1 0,1 1 0,0 0 0,1 1 0,1 1 0,1 1 0,0-1 0,1 2 0,-13 24 0,15-18 0,-2 8 0,-2 0 0,0-1 0,-3-1 0,0 0 0,-2-1 0,-31 36 0,-20 4 0,-101 77 0,124-108 0,23-16 0,10-5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2E85-0A55-EDB0-AADD-F7FC342EB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5EA22-B711-2214-05DD-C4EEDFBD8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DAC15-53C1-AAE7-BF81-A2789C97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89F7-465E-3589-A9EC-76CB9EA4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45EC9-F74F-7030-5FC5-32901567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2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0CF0-C3C4-9BC9-6849-3D4473FB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D1C8-A812-AAEB-3A74-0AF192AC1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CB798-1C97-A2F4-6308-AA38A370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3081-E158-E6FB-2762-B4CDE454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FDF3-D23C-D4C5-1453-6F5FDB11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6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BF08-FF24-F255-2D15-4928C88B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0C573-51F2-9C0B-6B9B-95A0AB61D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268D-02ED-0B3C-3D84-55AE22CD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8DF7-93DD-0CD3-CA8D-00A6FFE2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FDAB-4860-1F51-91E3-9B484EA9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0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BA3F-A7F2-6C87-E2E1-1A706D87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F5FE-E126-4A4C-EB2D-205D4DE8A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31A23-E698-8727-7A86-9F1932E6C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C7C3B-5DA4-7C0B-F09C-6B09FA66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19A78-0921-9799-08D8-8063B2E4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9B6FD-277D-D684-D9B6-8F228F51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0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1791-8C4D-476B-A13F-7117D87D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46E6A-16FE-0380-75A0-4F201BF19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2FFA3-EC3D-C77F-AB2C-D91E0E06B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51C3C-A080-D3C4-AF91-3650562C4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24AC0-3AB4-AF1C-69E9-C73721EC3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BCB6F-35D9-6842-5082-04632C97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4A10E-0609-4949-D07C-24216BAC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F3FAB-79B4-D8E1-4C83-DCEDF1D8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9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2D6D-5943-F34B-7067-4DAC67F2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79022-B079-7ABF-D3B2-F047759A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FED0-1B72-AE3D-B991-3011FF5F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CC9E8-0221-DF95-C453-A5DD6A22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6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CFF55-F674-5F6C-8BD9-E18BCA6E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02B47-6242-3F53-E74D-1575919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9FA96-3699-AF91-0BF5-A96D1932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8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C384-7C4E-90A9-D052-F1771813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E755-DD9C-48C9-18E0-7A0666EE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9BE60-2370-2323-479D-AFA08D38D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8FE00-15CF-AC54-252E-ABDE1C37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E5E9E-AAE3-D7D0-47D5-C66440C4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5690-0496-E6C1-A9AF-8907A895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4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5BAA-4906-91B5-7D73-32200A44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2BF2F-08B8-A898-0A46-6A66C6D0B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90846-D30F-C16B-667D-463BC3FE1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4F419-0976-E7E5-5798-B5F14882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8254-5249-6893-E4C2-D3AA0B44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49A63-D4F7-F349-4D96-2CEC26D6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8DA9-D6EB-5280-92A3-0CEE773B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7DACA-2285-EE5F-EB00-EAF4AD4D6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76784-F9EB-1DB9-4260-5FF19AFB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3B1A-2397-B8B0-4543-3E79EE37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B0AD4-A712-1A71-B3C7-704CB340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3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65575B-5A82-335B-D795-8E4F6CE2A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876E3-F3FF-AAB6-9DFD-EEDF4F0DE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D0E5E-BA71-31DF-D295-A7313B21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F11CB-CA70-286A-0CAE-E522968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FBA2-B2B0-C84C-C4EC-2505C6ED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31F83-A7A6-E828-6944-0E106048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51313-CFA9-9741-4468-CC22911AA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C4D4F-E038-9990-166C-8816DF65E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598F8-0601-4D72-9E84-60D89DBA4BA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05AB0-D6E5-33C3-F419-39242E2DA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3F894-82CF-6721-FE9C-6DEAC0F42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96425-C66E-449F-8335-3FF27AC80FA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9FBFE-10A8-32EF-261D-DD8E41C1C4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539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7182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A1D7-2391-17A8-BB07-F4ADC9119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0273" y="493880"/>
            <a:ext cx="9144000" cy="1027279"/>
          </a:xfrm>
        </p:spPr>
        <p:txBody>
          <a:bodyPr/>
          <a:lstStyle/>
          <a:p>
            <a:pPr algn="r" rtl="1"/>
            <a:r>
              <a:rPr lang="en-US" b="1" dirty="0" err="1"/>
              <a:t>تقرير</a:t>
            </a:r>
            <a:r>
              <a:rPr lang="en-US" b="1" dirty="0"/>
              <a:t> </a:t>
            </a:r>
            <a:r>
              <a:rPr lang="en-US" b="1" dirty="0" err="1"/>
              <a:t>الإنتاج</a:t>
            </a:r>
            <a:r>
              <a:rPr lang="en-US" b="1" dirty="0"/>
              <a:t> </a:t>
            </a:r>
            <a:r>
              <a:rPr lang="en-US" b="1" dirty="0" err="1"/>
              <a:t>الأسبوعي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C0EEE-3EEF-0847-6857-16774E425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0273" y="1949701"/>
            <a:ext cx="9144000" cy="1900404"/>
          </a:xfrm>
        </p:spPr>
        <p:txBody>
          <a:bodyPr>
            <a:norm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تثبيت</a:t>
            </a:r>
            <a:r>
              <a:rPr lang="en-US" dirty="0"/>
              <a:t> </a:t>
            </a:r>
            <a:r>
              <a:rPr lang="en-US" dirty="0" err="1"/>
              <a:t>لقطتين</a:t>
            </a:r>
            <a:r>
              <a:rPr lang="en-US" dirty="0"/>
              <a:t> </a:t>
            </a:r>
            <a:r>
              <a:rPr lang="en-US" dirty="0" err="1"/>
              <a:t>وإغلاق</a:t>
            </a:r>
            <a:r>
              <a:rPr lang="en-US" dirty="0"/>
              <a:t> </a:t>
            </a:r>
            <a:r>
              <a:rPr lang="en-US" dirty="0" err="1"/>
              <a:t>مشهد</a:t>
            </a:r>
            <a:r>
              <a:rPr lang="en-US" dirty="0"/>
              <a:t> </a:t>
            </a:r>
            <a:r>
              <a:rPr lang="en-US" dirty="0" err="1"/>
              <a:t>واحد</a:t>
            </a:r>
            <a:endParaRPr lang="en-US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الساعات</a:t>
            </a:r>
            <a:r>
              <a:rPr lang="en-US" dirty="0"/>
              <a:t> </a:t>
            </a:r>
            <a:r>
              <a:rPr lang="en-US" dirty="0" err="1"/>
              <a:t>المسجلة</a:t>
            </a:r>
            <a:r>
              <a:rPr lang="en-US" dirty="0"/>
              <a:t> </a:t>
            </a:r>
            <a:r>
              <a:rPr lang="en-US" dirty="0" err="1"/>
              <a:t>مقابل</a:t>
            </a:r>
            <a:r>
              <a:rPr lang="en-US" dirty="0"/>
              <a:t> </a:t>
            </a:r>
            <a:r>
              <a:rPr lang="en-US" dirty="0" err="1"/>
              <a:t>الخطة</a:t>
            </a:r>
            <a:r>
              <a:rPr lang="en-US" dirty="0"/>
              <a:t>: ٧٤ </a:t>
            </a:r>
            <a:r>
              <a:rPr lang="en-US" dirty="0" err="1"/>
              <a:t>ساعة</a:t>
            </a:r>
            <a:endParaRPr lang="en-US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استوديو</a:t>
            </a:r>
            <a:r>
              <a:rPr lang="en-US" dirty="0"/>
              <a:t> </a:t>
            </a:r>
            <a:r>
              <a:rPr lang="en-US" dirty="0" err="1"/>
              <a:t>نايل</a:t>
            </a:r>
            <a:r>
              <a:rPr lang="en-US" dirty="0"/>
              <a:t> </a:t>
            </a:r>
            <a:r>
              <a:rPr lang="en-US" dirty="0" err="1"/>
              <a:t>فريم</a:t>
            </a:r>
            <a:r>
              <a:rPr lang="en-US" dirty="0"/>
              <a:t> — Nile Frame Studio — Shot 4 locked</a:t>
            </a:r>
          </a:p>
          <a:p>
            <a:pPr marL="342900" indent="-342900" algn="l" rtl="1">
              <a:buFont typeface="Arial" panose="020B0604020202020204" pitchFamily="34" charset="0"/>
              <a:buChar char="•"/>
            </a:pPr>
            <a:r>
              <a:rPr lang="en-US" dirty="0"/>
              <a:t>Next review: Thursday 12:00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6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6F67-57FC-5F2E-AF60-B4BE284A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2800" dirty="0" err="1"/>
              <a:t>جدول</a:t>
            </a:r>
            <a:r>
              <a:rPr lang="en-US" sz="2800" dirty="0"/>
              <a:t> </a:t>
            </a:r>
            <a:r>
              <a:rPr lang="en-US" sz="2800" dirty="0" err="1"/>
              <a:t>المتابعة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CB772F-CAC7-1060-2C10-F62F6552A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97624"/>
              </p:ext>
            </p:extLst>
          </p:nvPr>
        </p:nvGraphicFramePr>
        <p:xfrm>
          <a:off x="2032000" y="2687320"/>
          <a:ext cx="8127999" cy="2560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831818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9097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8985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الاسم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الدور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الحالة</a:t>
                      </a:r>
                      <a:endParaRPr lang="en-US" sz="3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64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ليلى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حسن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مونتيرة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تم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5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أحمد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سمير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مصور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قيد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التنفيذ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28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Shot 12 — </a:t>
                      </a: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لقطة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١٢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VFX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متعثرة</a:t>
                      </a:r>
                      <a:endParaRPr lang="en-US" sz="2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69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79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9E34207-D93E-7BC5-D4A3-398E63A1EB50}"/>
              </a:ext>
            </a:extLst>
          </p:cNvPr>
          <p:cNvSpPr/>
          <p:nvPr/>
        </p:nvSpPr>
        <p:spPr>
          <a:xfrm>
            <a:off x="4070021" y="1035031"/>
            <a:ext cx="539640" cy="251640"/>
          </a:xfrm>
          <a:prstGeom prst="rect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1A8F1E-37CA-B207-3D01-DABCD6684785}"/>
              </a:ext>
            </a:extLst>
          </p:cNvPr>
          <p:cNvSpPr/>
          <p:nvPr/>
        </p:nvSpPr>
        <p:spPr>
          <a:xfrm>
            <a:off x="4692691" y="1035031"/>
            <a:ext cx="539640" cy="251640"/>
          </a:xfrm>
          <a:prstGeom prst="roundRect">
            <a:avLst>
              <a:gd name="adj" fmla="val 16667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F9DE2E8-27CF-9DA6-4DC8-9BFC689F77A6}"/>
              </a:ext>
            </a:extLst>
          </p:cNvPr>
          <p:cNvSpPr/>
          <p:nvPr/>
        </p:nvSpPr>
        <p:spPr>
          <a:xfrm>
            <a:off x="5315361" y="1035031"/>
            <a:ext cx="539640" cy="251640"/>
          </a:xfrm>
          <a:prstGeom prst="ellipse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A5BC03A-C13E-B797-E362-EC4B9CEF3DA0}"/>
              </a:ext>
            </a:extLst>
          </p:cNvPr>
          <p:cNvSpPr/>
          <p:nvPr/>
        </p:nvSpPr>
        <p:spPr>
          <a:xfrm>
            <a:off x="5938031" y="1035031"/>
            <a:ext cx="539640" cy="251640"/>
          </a:xfrm>
          <a:prstGeom prst="triangle">
            <a:avLst>
              <a:gd name="adj" fmla="val 50000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9882D69A-0BC9-81FB-E417-056389EA9FCB}"/>
              </a:ext>
            </a:extLst>
          </p:cNvPr>
          <p:cNvSpPr/>
          <p:nvPr/>
        </p:nvSpPr>
        <p:spPr>
          <a:xfrm>
            <a:off x="6668701" y="1035031"/>
            <a:ext cx="539640" cy="251640"/>
          </a:xfrm>
          <a:prstGeom prst="rtTriangle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41760" rIns="104400" bIns="4176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F3A6D770-DAD6-4DF1-F032-00D841AB9F9B}"/>
              </a:ext>
            </a:extLst>
          </p:cNvPr>
          <p:cNvSpPr/>
          <p:nvPr/>
        </p:nvSpPr>
        <p:spPr>
          <a:xfrm>
            <a:off x="7399731" y="1035031"/>
            <a:ext cx="539640" cy="251640"/>
          </a:xfrm>
          <a:prstGeom prst="diamond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6D28B997-567D-5FA9-D4FA-D973695EAAB2}"/>
              </a:ext>
            </a:extLst>
          </p:cNvPr>
          <p:cNvSpPr/>
          <p:nvPr/>
        </p:nvSpPr>
        <p:spPr>
          <a:xfrm>
            <a:off x="4070021" y="1873139"/>
            <a:ext cx="539640" cy="251640"/>
          </a:xfrm>
          <a:prstGeom prst="parallelogram">
            <a:avLst>
              <a:gd name="adj" fmla="val 25000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Hexagon 42">
            <a:extLst>
              <a:ext uri="{FF2B5EF4-FFF2-40B4-BE49-F238E27FC236}">
                <a16:creationId xmlns:a16="http://schemas.microsoft.com/office/drawing/2014/main" id="{CAEDFE7B-C4E8-B9B2-F26B-8DEA7C398BEB}"/>
              </a:ext>
            </a:extLst>
          </p:cNvPr>
          <p:cNvSpPr/>
          <p:nvPr/>
        </p:nvSpPr>
        <p:spPr>
          <a:xfrm>
            <a:off x="4692619" y="1892333"/>
            <a:ext cx="539640" cy="2516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Octagon 44">
            <a:extLst>
              <a:ext uri="{FF2B5EF4-FFF2-40B4-BE49-F238E27FC236}">
                <a16:creationId xmlns:a16="http://schemas.microsoft.com/office/drawing/2014/main" id="{E14F0597-B67D-3152-0FE3-0229FF10BF72}"/>
              </a:ext>
            </a:extLst>
          </p:cNvPr>
          <p:cNvSpPr/>
          <p:nvPr/>
        </p:nvSpPr>
        <p:spPr>
          <a:xfrm>
            <a:off x="5315217" y="1892333"/>
            <a:ext cx="539640" cy="251640"/>
          </a:xfrm>
          <a:prstGeom prst="octagon">
            <a:avLst>
              <a:gd name="adj" fmla="val 29289"/>
            </a:avLst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BEB196-D22D-2AAF-EE2D-30472265A929}"/>
              </a:ext>
            </a:extLst>
          </p:cNvPr>
          <p:cNvSpPr/>
          <p:nvPr/>
        </p:nvSpPr>
        <p:spPr>
          <a:xfrm rot="19800000">
            <a:off x="5937815" y="1873835"/>
            <a:ext cx="647640" cy="251640"/>
          </a:xfrm>
          <a:prstGeom prst="rect">
            <a:avLst/>
          </a:prstGeom>
          <a:solidFill>
            <a:srgbClr val="44809B"/>
          </a:solidFill>
          <a:ln w="432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1600" tIns="66600" rIns="111600" bIns="66600" anchor="ctr" anchorCtr="1">
            <a:no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1E27CC0D-78F8-7A70-07FC-678B736F8656}"/>
              </a:ext>
            </a:extLst>
          </p:cNvPr>
          <p:cNvSpPr/>
          <p:nvPr/>
        </p:nvSpPr>
        <p:spPr>
          <a:xfrm>
            <a:off x="6668413" y="1928333"/>
            <a:ext cx="648000" cy="360"/>
          </a:xfrm>
          <a:prstGeom prst="line">
            <a:avLst/>
          </a:prstGeom>
          <a:ln w="36000">
            <a:solidFill>
              <a:srgbClr val="E8A3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-63000" rIns="108000" bIns="-63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18CFFD5A-0B6C-2A49-51F1-F20F48147FA1}"/>
              </a:ext>
            </a:extLst>
          </p:cNvPr>
          <p:cNvSpPr/>
          <p:nvPr/>
        </p:nvSpPr>
        <p:spPr>
          <a:xfrm>
            <a:off x="7399371" y="1872779"/>
            <a:ext cx="540000" cy="252000"/>
          </a:xfrm>
          <a:prstGeom prst="star5">
            <a:avLst/>
          </a:prstGeom>
          <a:solidFill>
            <a:srgbClr val="73A0B4"/>
          </a:solidFill>
          <a:ln w="28800">
            <a:solidFill>
              <a:srgbClr val="1560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spAutoFit/>
          </a:bodyPr>
          <a:lstStyle/>
          <a:p>
            <a:endParaRPr lang="en-A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80750A1-99A8-343C-91C2-97F8EA0F3BF8}"/>
              </a:ext>
            </a:extLst>
          </p:cNvPr>
          <p:cNvGrpSpPr/>
          <p:nvPr/>
        </p:nvGrpSpPr>
        <p:grpSpPr>
          <a:xfrm>
            <a:off x="2024173" y="3769629"/>
            <a:ext cx="833760" cy="1455840"/>
            <a:chOff x="2024173" y="3769629"/>
            <a:chExt cx="833760" cy="1455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B4E62A-3B1A-2144-47B7-D109498E609D}"/>
                    </a:ext>
                  </a:extLst>
                </p14:cNvPr>
                <p14:cNvContentPartPr/>
                <p14:nvPr/>
              </p14:nvContentPartPr>
              <p14:xfrm>
                <a:off x="2024173" y="3801669"/>
                <a:ext cx="302040" cy="135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B4E62A-3B1A-2144-47B7-D109498E60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88173" y="3766029"/>
                  <a:ext cx="373680" cy="14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D48AA-F67B-175F-3340-4A820EA336D9}"/>
                    </a:ext>
                  </a:extLst>
                </p14:cNvPr>
                <p14:cNvContentPartPr/>
                <p14:nvPr/>
              </p14:nvContentPartPr>
              <p14:xfrm>
                <a:off x="2342053" y="3769629"/>
                <a:ext cx="515880" cy="1455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D48AA-F67B-175F-3340-4A820EA336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06053" y="3733989"/>
                  <a:ext cx="587520" cy="15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1477C9E-CDFA-30D8-374A-CF19B2734219}"/>
                    </a:ext>
                  </a:extLst>
                </p14:cNvPr>
                <p14:cNvContentPartPr/>
                <p14:nvPr/>
              </p14:nvContentPartPr>
              <p14:xfrm>
                <a:off x="2144413" y="4732269"/>
                <a:ext cx="39024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1477C9E-CDFA-30D8-374A-CF19B27342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8773" y="4696269"/>
                  <a:ext cx="4618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34FF7ED-B48F-5209-1635-D9EDC3A82D87}"/>
              </a:ext>
            </a:extLst>
          </p:cNvPr>
          <p:cNvGrpSpPr/>
          <p:nvPr/>
        </p:nvGrpSpPr>
        <p:grpSpPr>
          <a:xfrm>
            <a:off x="3352573" y="3702309"/>
            <a:ext cx="1014120" cy="1497600"/>
            <a:chOff x="3352573" y="3702309"/>
            <a:chExt cx="1014120" cy="149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2F4324-4F39-565B-30F8-3F0F7EB4C4B2}"/>
                    </a:ext>
                  </a:extLst>
                </p14:cNvPr>
                <p14:cNvContentPartPr/>
                <p14:nvPr/>
              </p14:nvContentPartPr>
              <p14:xfrm>
                <a:off x="3352573" y="3753789"/>
                <a:ext cx="224280" cy="1336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2F4324-4F39-565B-30F8-3F0F7EB4C4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6933" y="3717789"/>
                  <a:ext cx="295920" cy="14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0BD8EC5-C6AA-329B-C1DC-3CF965A6A09F}"/>
                    </a:ext>
                  </a:extLst>
                </p14:cNvPr>
                <p14:cNvContentPartPr/>
                <p14:nvPr/>
              </p14:nvContentPartPr>
              <p14:xfrm>
                <a:off x="3352573" y="3702309"/>
                <a:ext cx="1014120" cy="1497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0BD8EC5-C6AA-329B-C1DC-3CF965A6A0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6573" y="3666309"/>
                  <a:ext cx="1085760" cy="156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9CFA644-1C75-E07E-B4B1-380525399B84}"/>
                  </a:ext>
                </a:extLst>
              </p14:cNvPr>
              <p14:cNvContentPartPr/>
              <p14:nvPr/>
            </p14:nvContentPartPr>
            <p14:xfrm>
              <a:off x="4831093" y="3625269"/>
              <a:ext cx="968400" cy="1382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9CFA644-1C75-E07E-B4B1-380525399B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13093" y="3607629"/>
                <a:ext cx="1004040" cy="141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10482EE-2770-7154-4CF1-33D8EA9629F8}"/>
              </a:ext>
            </a:extLst>
          </p:cNvPr>
          <p:cNvGrpSpPr/>
          <p:nvPr/>
        </p:nvGrpSpPr>
        <p:grpSpPr>
          <a:xfrm>
            <a:off x="6464773" y="3577389"/>
            <a:ext cx="498600" cy="1227240"/>
            <a:chOff x="6464773" y="3577389"/>
            <a:chExt cx="498600" cy="12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644150-C929-63F2-16A0-B4A10FF1E086}"/>
                    </a:ext>
                  </a:extLst>
                </p14:cNvPr>
                <p14:cNvContentPartPr/>
                <p14:nvPr/>
              </p14:nvContentPartPr>
              <p14:xfrm>
                <a:off x="6528853" y="3657309"/>
                <a:ext cx="142200" cy="1147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644150-C929-63F2-16A0-B4A10FF1E0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11213" y="3639669"/>
                  <a:ext cx="17784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23A13B-FC43-855A-9872-0869DF88D7A7}"/>
                    </a:ext>
                  </a:extLst>
                </p14:cNvPr>
                <p14:cNvContentPartPr/>
                <p14:nvPr/>
              </p14:nvContentPartPr>
              <p14:xfrm>
                <a:off x="6464773" y="3577389"/>
                <a:ext cx="498600" cy="1199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23A13B-FC43-855A-9872-0869DF88D7A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47133" y="3559389"/>
                  <a:ext cx="534240" cy="123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4" name="Arrow: Up 63">
            <a:extLst>
              <a:ext uri="{FF2B5EF4-FFF2-40B4-BE49-F238E27FC236}">
                <a16:creationId xmlns:a16="http://schemas.microsoft.com/office/drawing/2014/main" id="{3D3A1F1A-FC71-A06F-2C50-30EA3F03DD15}"/>
              </a:ext>
            </a:extLst>
          </p:cNvPr>
          <p:cNvSpPr/>
          <p:nvPr/>
        </p:nvSpPr>
        <p:spPr>
          <a:xfrm>
            <a:off x="8518358" y="932408"/>
            <a:ext cx="539640" cy="4568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Not Equal 64">
            <a:extLst>
              <a:ext uri="{FF2B5EF4-FFF2-40B4-BE49-F238E27FC236}">
                <a16:creationId xmlns:a16="http://schemas.microsoft.com/office/drawing/2014/main" id="{FAFB458C-8583-9A64-EB52-500B259E58C8}"/>
              </a:ext>
            </a:extLst>
          </p:cNvPr>
          <p:cNvSpPr/>
          <p:nvPr/>
        </p:nvSpPr>
        <p:spPr>
          <a:xfrm>
            <a:off x="8330978" y="1667579"/>
            <a:ext cx="914400" cy="914400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21AEA19B-C724-010F-8A94-48DA002D6B6E}"/>
              </a:ext>
            </a:extLst>
          </p:cNvPr>
          <p:cNvSpPr/>
          <p:nvPr/>
        </p:nvSpPr>
        <p:spPr>
          <a:xfrm>
            <a:off x="9480884" y="932408"/>
            <a:ext cx="539640" cy="164957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63F1E7E-3D87-7F55-026D-A71B3AD897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1497" y="3577389"/>
            <a:ext cx="2049120" cy="2714332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F926551-7890-9B0D-6461-F029FB0E0D08}"/>
              </a:ext>
            </a:extLst>
          </p:cNvPr>
          <p:cNvSpPr/>
          <p:nvPr/>
        </p:nvSpPr>
        <p:spPr>
          <a:xfrm>
            <a:off x="1122947" y="1026385"/>
            <a:ext cx="1122948" cy="994920"/>
          </a:xfrm>
          <a:custGeom>
            <a:avLst/>
            <a:gdLst>
              <a:gd name="csX0" fmla="*/ 0 w 1122948"/>
              <a:gd name="csY0" fmla="*/ 144689 h 994920"/>
              <a:gd name="csX1" fmla="*/ 80211 w 1122948"/>
              <a:gd name="csY1" fmla="*/ 112604 h 994920"/>
              <a:gd name="csX2" fmla="*/ 641685 w 1122948"/>
              <a:gd name="csY2" fmla="*/ 310 h 994920"/>
              <a:gd name="csX3" fmla="*/ 1058779 w 1122948"/>
              <a:gd name="csY3" fmla="*/ 48436 h 994920"/>
              <a:gd name="csX4" fmla="*/ 1122948 w 1122948"/>
              <a:gd name="csY4" fmla="*/ 160731 h 994920"/>
              <a:gd name="csX5" fmla="*/ 1106906 w 1122948"/>
              <a:gd name="csY5" fmla="*/ 273026 h 994920"/>
              <a:gd name="csX6" fmla="*/ 1090864 w 1122948"/>
              <a:gd name="csY6" fmla="*/ 321152 h 994920"/>
              <a:gd name="csX7" fmla="*/ 994611 w 1122948"/>
              <a:gd name="csY7" fmla="*/ 369278 h 994920"/>
              <a:gd name="csX8" fmla="*/ 834190 w 1122948"/>
              <a:gd name="csY8" fmla="*/ 401362 h 994920"/>
              <a:gd name="csX9" fmla="*/ 737937 w 1122948"/>
              <a:gd name="csY9" fmla="*/ 433447 h 994920"/>
              <a:gd name="csX10" fmla="*/ 465221 w 1122948"/>
              <a:gd name="csY10" fmla="*/ 465531 h 994920"/>
              <a:gd name="csX11" fmla="*/ 401053 w 1122948"/>
              <a:gd name="csY11" fmla="*/ 593868 h 994920"/>
              <a:gd name="csX12" fmla="*/ 368969 w 1122948"/>
              <a:gd name="csY12" fmla="*/ 738247 h 994920"/>
              <a:gd name="csX13" fmla="*/ 529390 w 1122948"/>
              <a:gd name="csY13" fmla="*/ 946794 h 994920"/>
              <a:gd name="csX14" fmla="*/ 721895 w 1122948"/>
              <a:gd name="csY14" fmla="*/ 994920 h 994920"/>
              <a:gd name="csX15" fmla="*/ 834190 w 1122948"/>
              <a:gd name="csY15" fmla="*/ 818457 h 994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22948" h="994920">
                <a:moveTo>
                  <a:pt x="0" y="144689"/>
                </a:moveTo>
                <a:cubicBezTo>
                  <a:pt x="26737" y="133994"/>
                  <a:pt x="52522" y="120515"/>
                  <a:pt x="80211" y="112604"/>
                </a:cubicBezTo>
                <a:cubicBezTo>
                  <a:pt x="337068" y="39216"/>
                  <a:pt x="365944" y="43848"/>
                  <a:pt x="641685" y="310"/>
                </a:cubicBezTo>
                <a:cubicBezTo>
                  <a:pt x="678566" y="2154"/>
                  <a:pt x="961293" y="-12492"/>
                  <a:pt x="1058779" y="48436"/>
                </a:cubicBezTo>
                <a:cubicBezTo>
                  <a:pt x="1075272" y="58744"/>
                  <a:pt x="1118035" y="150905"/>
                  <a:pt x="1122948" y="160731"/>
                </a:cubicBezTo>
                <a:cubicBezTo>
                  <a:pt x="1117601" y="198163"/>
                  <a:pt x="1114321" y="235949"/>
                  <a:pt x="1106906" y="273026"/>
                </a:cubicBezTo>
                <a:cubicBezTo>
                  <a:pt x="1103590" y="289607"/>
                  <a:pt x="1103703" y="310147"/>
                  <a:pt x="1090864" y="321152"/>
                </a:cubicBezTo>
                <a:cubicBezTo>
                  <a:pt x="1063628" y="344497"/>
                  <a:pt x="1027917" y="355956"/>
                  <a:pt x="994611" y="369278"/>
                </a:cubicBezTo>
                <a:cubicBezTo>
                  <a:pt x="960425" y="382952"/>
                  <a:pt x="861405" y="396826"/>
                  <a:pt x="834190" y="401362"/>
                </a:cubicBezTo>
                <a:cubicBezTo>
                  <a:pt x="802106" y="412057"/>
                  <a:pt x="771257" y="427652"/>
                  <a:pt x="737937" y="433447"/>
                </a:cubicBezTo>
                <a:cubicBezTo>
                  <a:pt x="647758" y="449130"/>
                  <a:pt x="547862" y="426178"/>
                  <a:pt x="465221" y="465531"/>
                </a:cubicBezTo>
                <a:cubicBezTo>
                  <a:pt x="422039" y="486094"/>
                  <a:pt x="401053" y="593868"/>
                  <a:pt x="401053" y="593868"/>
                </a:cubicBezTo>
                <a:cubicBezTo>
                  <a:pt x="390358" y="641994"/>
                  <a:pt x="372481" y="689072"/>
                  <a:pt x="368969" y="738247"/>
                </a:cubicBezTo>
                <a:cubicBezTo>
                  <a:pt x="361887" y="837400"/>
                  <a:pt x="449064" y="904718"/>
                  <a:pt x="529390" y="946794"/>
                </a:cubicBezTo>
                <a:cubicBezTo>
                  <a:pt x="587982" y="977485"/>
                  <a:pt x="657727" y="978878"/>
                  <a:pt x="721895" y="994920"/>
                </a:cubicBezTo>
                <a:cubicBezTo>
                  <a:pt x="860298" y="896061"/>
                  <a:pt x="834190" y="960710"/>
                  <a:pt x="834190" y="8184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5413A5-0B33-70BF-A91A-237D5DB8A696}"/>
              </a:ext>
            </a:extLst>
          </p:cNvPr>
          <p:cNvSpPr txBox="1"/>
          <p:nvPr/>
        </p:nvSpPr>
        <p:spPr>
          <a:xfrm>
            <a:off x="4738023" y="129425"/>
            <a:ext cx="2400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3200" b="1" dirty="0">
                <a:ln w="9525">
                  <a:solidFill>
                    <a:sysClr val="windowText" lastClr="00000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أشكال ورسومات</a:t>
            </a:r>
            <a:endParaRPr lang="en-US" sz="3200" b="1" dirty="0">
              <a:ln w="9525">
                <a:solidFill>
                  <a:sysClr val="windowText" lastClr="000000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219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CF752C-52A8-C40F-411F-99ED0657AC4A}"/>
              </a:ext>
            </a:extLst>
          </p:cNvPr>
          <p:cNvSpPr/>
          <p:nvPr/>
        </p:nvSpPr>
        <p:spPr>
          <a:xfrm>
            <a:off x="6096000" y="2185263"/>
            <a:ext cx="2340000" cy="1368000"/>
          </a:xfrm>
          <a:prstGeom prst="rect">
            <a:avLst/>
          </a:prstGeom>
          <a:gradFill rotWithShape="0">
            <a:gsLst>
              <a:gs pos="0">
                <a:srgbClr val="156082"/>
              </a:gs>
              <a:gs pos="100000">
                <a:srgbClr val="E8A33D"/>
              </a:gs>
            </a:gsLst>
            <a:lin ang="2700000"/>
          </a:gradFill>
          <a:ln w="0">
            <a:solidFill>
              <a:srgbClr val="3465A4"/>
            </a:solidFill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1739F9-9F0F-B4BA-E316-98FD5437C634}"/>
              </a:ext>
            </a:extLst>
          </p:cNvPr>
          <p:cNvSpPr/>
          <p:nvPr/>
        </p:nvSpPr>
        <p:spPr>
          <a:xfrm>
            <a:off x="3288000" y="2185263"/>
            <a:ext cx="2340000" cy="1368000"/>
          </a:xfrm>
          <a:prstGeom prst="ellipse">
            <a:avLst/>
          </a:prstGeom>
          <a:gradFill rotWithShape="0">
            <a:gsLst>
              <a:gs pos="0">
                <a:srgbClr val="156082"/>
              </a:gs>
              <a:gs pos="100000">
                <a:srgbClr val="73A0B4"/>
              </a:gs>
            </a:gsLst>
            <a:path path="circle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A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897BB-C371-6420-600F-32664565F108}"/>
              </a:ext>
            </a:extLst>
          </p:cNvPr>
          <p:cNvSpPr txBox="1"/>
          <p:nvPr/>
        </p:nvSpPr>
        <p:spPr>
          <a:xfrm>
            <a:off x="5227012" y="320842"/>
            <a:ext cx="1737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800" dirty="0"/>
              <a:t>تدرجات لونية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743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تقرير الإنتاج الأسبوعي</vt:lpstr>
      <vt:lpstr>جدول المتابعة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Abdalhameed Samy</dc:creator>
  <cp:lastModifiedBy>Abdalhameed Samy</cp:lastModifiedBy>
  <cp:revision>3</cp:revision>
  <dcterms:created xsi:type="dcterms:W3CDTF">2026-09-11T15:13:30Z</dcterms:created>
  <dcterms:modified xsi:type="dcterms:W3CDTF">2026-09-12T11:35:57Z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c305d5-92c3-4e9c-a756-70361f1dd1b0_Enabled">
    <vt:lpwstr>true</vt:lpwstr>
  </property>
  <property fmtid="{D5CDD505-2E9C-101B-9397-08002B2CF9AE}" pid="3" name="MSIP_Label_00c305d5-92c3-4e9c-a756-70361f1dd1b0_SetDate">
    <vt:lpwstr>2026-09-11T15:49:22Z</vt:lpwstr>
  </property>
  <property fmtid="{D5CDD505-2E9C-101B-9397-08002B2CF9AE}" pid="4" name="MSIP_Label_00c305d5-92c3-4e9c-a756-70361f1dd1b0_Method">
    <vt:lpwstr>Standard</vt:lpwstr>
  </property>
  <property fmtid="{D5CDD505-2E9C-101B-9397-08002B2CF9AE}" pid="5" name="MSIP_Label_00c305d5-92c3-4e9c-a756-70361f1dd1b0_Name">
    <vt:lpwstr>public</vt:lpwstr>
  </property>
  <property fmtid="{D5CDD505-2E9C-101B-9397-08002B2CF9AE}" pid="6" name="MSIP_Label_00c305d5-92c3-4e9c-a756-70361f1dd1b0_SiteId">
    <vt:lpwstr>29d02b7a-fa50-40cc-8d1c-a452a519c6a5</vt:lpwstr>
  </property>
  <property fmtid="{D5CDD505-2E9C-101B-9397-08002B2CF9AE}" pid="7" name="MSIP_Label_00c305d5-92c3-4e9c-a756-70361f1dd1b0_ActionId">
    <vt:lpwstr>2808ba05-a6db-4090-98f6-a58b5eac7f7c</vt:lpwstr>
  </property>
  <property fmtid="{D5CDD505-2E9C-101B-9397-08002B2CF9AE}" pid="8" name="MSIP_Label_00c305d5-92c3-4e9c-a756-70361f1dd1b0_ContentBits">
    <vt:lpwstr>1</vt:lpwstr>
  </property>
  <property fmtid="{D5CDD505-2E9C-101B-9397-08002B2CF9AE}" pid="9" name="MSIP_Label_00c305d5-92c3-4e9c-a756-70361f1dd1b0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Public</vt:lpwstr>
  </property>
</Properties>
</file>