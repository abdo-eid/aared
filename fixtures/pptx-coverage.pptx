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8A33D"/>
    <a:srgbClr val="156082"/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41" d="100"/>
          <a:sy n="41" d="100"/>
        </p:scale>
        <p:origin x="78" y="14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2T11:28:57.857"/>
    </inkml:context>
    <inkml:brush xml:id="br0">
      <inkml:brushProperty name="width" value="0.2" units="cm"/>
      <inkml:brushProperty name="height" value="0.2" units="cm"/>
      <inkml:brushProperty name="color" value="#AE198D"/>
      <inkml:brushProperty name="inkEffects" value="galaxy"/>
      <inkml:brushProperty name="anchorX" value="0"/>
      <inkml:brushProperty name="anchorY" value="0"/>
      <inkml:brushProperty name="scaleFactor" value="0.5"/>
    </inkml:brush>
  </inkml:definitions>
  <inkml:trace contextRef="#ctx0" brushRef="#br0">839 1 24575,'0'0'0,"0"7"0,0 22 0,0 16 0,0 26 0,-9 30 0,-9 11 0,-9 11 0,1 16 0,-5 23 0,-12 1 0,-5 8 0,-2 4 0,-18 3 0,0 9 0,10-7 0,-3-10 0,12-10 0,5-10 0,2 1 0,11-5 0,-1-30 0,9-13 0,6-20 0,6-7 0,6-2 0,2 1 0,3 3 0,-8-5 0,0 3 0,1 1 0,0 4 0,2-6 0,-6 2 0,0-24 0,1-35 0,10-16 0,0-1 0,0-1 0,0 0 0,0 0 0,0 0 0,-1 0 0,1 0 0,0 1 0,0-1 0,0 0 0,0 0 0,0 0 0,-1 0 0,1 0 0,0 0 0,0 0 0,0 1 0,0-1 0,-1 0 0,1 0 0,0 0 0,0 0 0,0 0 0,0 0 0,-1 0 0,1 0 0,0 0 0,0 0 0,0 0 0,-1 0 0,1 0 0,0 0 0,0 0 0,0 0 0,0-1 0,-1 1 0,1 0 0,0 0 0,0 0 0,0 0 0,0 0 0,0 0 0,-1 0 0,1 0 0,0-1 0,0 1 0,0 0 0,0 0 0,0 0 0,0 0 0,0 0 0,-1-1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2T11:28:58.728"/>
    </inkml:context>
    <inkml:brush xml:id="br0">
      <inkml:brushProperty name="width" value="0.2" units="cm"/>
      <inkml:brushProperty name="height" value="0.2" units="cm"/>
      <inkml:brushProperty name="color" value="#AE198D"/>
      <inkml:brushProperty name="inkEffects" value="galaxy"/>
      <inkml:brushProperty name="anchorX" value="2108.37915"/>
      <inkml:brushProperty name="anchorY" value="-2487.20459"/>
      <inkml:brushProperty name="scaleFactor" value="0.5"/>
    </inkml:brush>
  </inkml:definitions>
  <inkml:trace contextRef="#ctx0" brushRef="#br0">0 1 24575,'0'0'0,"8"0"0,11 9 0,0 17 0,15 20 0,-3 16 0,-4 12 0,-6 19 0,10 5 0,-5 3 0,5 26 0,3 16 0,3 34 0,13 20 0,1 25 0,20 19 0,0-13 0,16-1 0,-5-12 0,3-11 0,1-20 0,-17-16 0,-9-23 0,-8-20 0,-14-15 0,-4-22 0,-1-6 0,2-5 0,2 10 0,2 2 0,-6-6 0,0-9 0,-6 0 0,-8-8 0,-7-6 0,-5-24 0,-4-31 0,-3-14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2T11:28:59.521"/>
    </inkml:context>
    <inkml:brush xml:id="br0">
      <inkml:brushProperty name="width" value="0.2" units="cm"/>
      <inkml:brushProperty name="height" value="0.2" units="cm"/>
      <inkml:brushProperty name="color" value="#AE198D"/>
      <inkml:brushProperty name="inkEffects" value="galaxy"/>
      <inkml:brushProperty name="anchorX" value="-593.8349"/>
      <inkml:brushProperty name="anchorY" value="-7791.93555"/>
      <inkml:brushProperty name="scaleFactor" value="0.5"/>
    </inkml:brush>
  </inkml:definitions>
  <inkml:trace contextRef="#ctx0" brushRef="#br0">1084 0 24575,'0'0'0,"-8"0"0,-11 0 0,-17 0 0,-17 0 0,-32 0 0,-20 0 0,-26 0 0,-2 0 0,5 0 0,8 0 0,19 0 0,17 0 0,33 0 0,22 0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2T11:29:03.888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1 0 24575,'60'1103'0,"-59"-1090"0,24 184 0,50 195 0,-12-83 0,101 478 0,-103-477 0,10 44 0,-63-330 0,1-1 0,1 0 0,14 24 0,3 6 0,-9 4 108,-12-36-269,-9-40-1151,-6-21-5514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2T11:29:05.756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1 277 24575,'-1'-7'0,"1"0"0,1 0 0,-1 0 0,1 1 0,0-1 0,1 0 0,0 1 0,0-1 0,0 1 0,1-1 0,4-6 0,-3 6 0,1 1 0,1 0 0,-1 0 0,1 1 0,0 0 0,1 0 0,-1 0 0,1 1 0,12-7 0,24-11 0,2 2 0,0 2 0,1 1 0,0 3 0,49-8 0,-63 16 0,0 1 0,-1 2 0,1 1 0,0 1 0,0 2 0,0 1 0,0 2 0,54 13 0,-71-11 0,1 0 0,-2 1 0,1 1 0,-1 0 0,0 1 0,-1 0 0,0 1 0,-1 0 0,0 2 0,14 15 0,11 18 0,48 74 0,-70-96 0,91 136 0,117 234 0,-215-376 0,0-1 0,-2 1 0,0 0 0,0 1 0,-2-1 0,0 1 0,-1 0 0,-1 0 0,-1 0 0,0 0 0,-2 1 0,0-1 0,0 0 0,-2 0 0,0 0 0,-2-1 0,0 1 0,0-1 0,-2 0 0,-15 30 0,2-10 0,-1-1 0,-2-1 0,-1-1 0,-1-2 0,-2 0 0,-2-2 0,0 0 0,-2-3 0,-62 44 0,80-63 0,-99 68 0,-126 61 0,250-140 0,1 1 0,-1 0 0,22 0 0,-7 0 0,467-9 0,-146 9 0,-192-17 0,-129 13 0,1 1 0,0 1 0,0 2 0,0 1 0,0 1 0,0 1 0,48 9 0,-62-6 0,0 2 0,0 0 0,0 0 0,-1 1 0,1 1 0,-2 0 0,14 12 0,80 75 0,-90-80 0,284 313 0,-175-185 0,-116-131 0,1 1 0,-2-1 0,0 1 0,-1 1 0,0 0 0,-1 0 0,0 0 0,-1 0 0,-1 1 0,0 0 0,2 25 0,-1 13 0,-2 0 0,-6 54 0,2-61 0,0-35 0,0 0 0,-1 0 0,0-1 0,-1 1 0,0-1 0,0 1 0,-1-1 0,-1 0 0,0 0 0,-7 11 0,-8 8 0,-42 47 0,55-69 0,-48 53 0,-3-3 0,-84 64 0,-139 80 0,198-144 0,43-32 0,0-2 0,-2-3 0,-50 19 0,-27 12 0,-211 113 0,124-70 0,108-51 0,76-32 0,-1-2 0,1 0 0,-1-1 0,-1-1 0,0-2 0,1 0 0,-2-1 0,1-2 0,-25 0 0,48-2-23,-1 0 0,1 0 0,0 1 0,0-2 0,0 1-1,0 0 1,0 0 0,0 0 0,-1 0 0,1-1 0,0 1 0,0 0-1,0-1 1,0 1 0,0-1 0,0 0 0,0 1 0,0-1 0,0 0-1,1 1 1,-1-1 0,0 0 0,0 0 0,1 0 0,-1 0 0,0 0-1,1 0 1,-1 1 0,1-2 0,-1 1 0,1 0 0,-1 0 0,1 0-1,0 0 1,0 0 0,-1 0 0,1 0 0,0 0 0,0-1 0,0 1 0,0 0-1,0 0 1,1 0 0,-1 0 0,0 0 0,0 0 0,1 0 0,-1 0-1,1-1 1,-1 1 0,1 0 0,-1 1 0,1-1 0,0 0 0,-1 0-1,1 0 1,0 0 0,1-1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2T11:29:09.90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1865 1 8192,'-9'1'1779,"1"1"-1,-1 0 1,1 0 0,0 1 0,0 0 0,0 0 0,0 1 0,-14 10 0,-14 4 233,-7-1-2148,-1-2 0,-1-2 1,0-2-1,0-2 0,-67 5 0,-233-9-1418,320-5 1447,5-1-808,-1 1 1,1 1-1,0 1 1,0 1-1,0 0 1,0 2 0,0 0-1,1 1 1,0 1-1,0 1 1,1 1-1,0 0 1,1 1-1,-1 1 1,2 1-1,-27 24 1,-103 117 914,44-43 0,28-33 0,-80 109 0,128-150 0,1 2 0,2 1 0,1 1 0,3 0 0,-27 80 0,32-74 0,3 0 0,2 0 0,1 1 0,3 0 0,2 1 0,1-1 0,7 57 0,29 916 0,-32-972 0,1-1 0,3 1 0,2-1 0,14 47 0,70 178 0,-57-193 932,2-2 0,82 123 0,-95-166 805,1 0 0,1-1 0,2-2 0,36 31-1,-40-41 1434,40 25 0,-42-32-3150,-1 0 0,2-1 0,0-2 1,0 0-1,1-2 0,0 0 0,1-2 0,-1 0 0,37 4 1,78-3-21,154-10 0,-116-3 0,-130 5 0,-15 2 0,0-2 0,0-1 0,0-2 0,0-1 0,0-1 0,-1-2 0,38-13 0,21-26 0,-61 29 0,40-16 0,82-25 0,184-43 0,-317 97 0,0-1 0,0-1 0,0 0 0,-1-2 0,30-16 0,-3-10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2T11:29:12.19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1 9830,'17'886'7756,"-3"-571"-5609,14 213 537,-13-381-1093,53 228 1,-45-285-1304,50 239 38,-57-216-326,55 192 0,-41-232-91,-29-71 66,0 0 1,0 0 0,0 0-1,0 0 1,0-1 0,0 1 0,1 0-1,-1-1 1,1 0 0,-1 1 0,1-1-1,0 0 1,-1 1 0,4 0 0,11-6-68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2T11:29:13.44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0 9830,'606'0'4415,"-589"0"-4261,-1 1 1,1 0 0,-1 1 0,0 1-1,17 6 1,-24-7-59,-1 1 1,0 1-1,0-1 1,-1 2-1,1-1 0,-1 1 1,0 0-1,0 0 0,0 1 1,-1 0-1,8 9 0,15 25 480,-2 1 0,35 74 0,0-1 587,-6-23-358,115 208 1341,-149-253-1787,-3 1 1,-1 0-1,-2 1 1,17 93 0,-26-74 218,-1 81 0,-5-79-62,11 74 1,1-38-508,-5 0 1,-4 1-1,-5 0 0,-4 0 0,-39 206 1,42-299-10,0 1 0,-1-1 0,-1-1 0,0 1 0,-1-1 0,0 1 0,-1-1 0,0-1 0,-1 1 0,0-1 0,-1 0 0,0-1 0,-1 0 0,0 0 0,-17 14 0,9-10 0,0-2 0,0 1 0,1 1 0,0 0 0,1 1 0,1 1 0,1 1 0,0-1 0,1 2 0,-13 24 0,15-18 0,-2 8 0,-2 0 0,0-1 0,-3-1 0,0 0 0,-2-1 0,-31 36 0,-20 4 0,-101 77 0,124-108 0,23-16 0,10-5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6A64A56-4393-4CB6-85C6-C90BB7A8548C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203D92B-5665-433D-940F-4B232DD9F9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80881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A42E85-0A55-EDB0-AADD-F7FC342EBCE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565EA22-B711-2214-05DD-C4EEDFBD815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5CDAC15-53C1-AAE7-BF81-A2789C97CE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541A7F-F981-4501-AAE0-06F6CB326412}" type="datetime1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1D89F7-465E-3589-A9EC-76CB9EA4EA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F345EC9-F74F-7030-5FC5-32901567C4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B96425-C66E-449F-8335-3FF27AC80FA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11205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BF0CF0-C3C4-9BC9-6849-3D4473FB02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46D1C8-A812-AAEB-3A74-0AF192AC15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4CB798-1C97-A2F4-6308-AA38A37064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E56759-6820-42B3-B9BE-972720AE0218}" type="datetime1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CD3081-E158-E6FB-2762-B4CDE45465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37FDF3-D23C-D4C5-1453-6F5FDB1134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B96425-C66E-449F-8335-3FF27AC80FA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14602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AABF08-FF24-F255-2D15-4928C88BB4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420C573-51F2-9C0B-6B9B-95A0AB61D19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C3268D-02ED-0B3C-3D84-55AE22CDD8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0A5D86-3AF6-469E-9631-8585AF639EE9}" type="datetime1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0868DF7-93DD-0CD3-CA8D-00A6FFE245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56FDAB-4860-1F51-91E3-9B484EA97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B96425-C66E-449F-8335-3FF27AC80FA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33048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7ABA3F-A7F2-6C87-E2E1-1A706D8743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F7F5FE-E126-4A4C-EB2D-205D4DE8A22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3231A23-E698-8727-7A86-9F1932E6C46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E2C7C3B-5DA4-7C0B-F09C-6B09FA6695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40F516-D53A-4B36-A577-E8486E25D0EC}" type="datetime1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2F19A78-0921-9799-08D8-8063B2E4CA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969B6FD-277D-D684-D9B6-8F228F511D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B96425-C66E-449F-8335-3FF27AC80FA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40039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9F1791-8C4D-476B-A13F-7117D87D0B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3546E6A-16FE-0380-75A0-4F201BF19C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642FFA3-EC3D-C77F-AB2C-D91E0E06B7E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F451C3C-A080-D3C4-AF91-3650562C482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9524AC0-3AB4-AF1C-69E9-C73721EC30E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CDBCB6F-35D9-6842-5082-04632C9774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6E30B0-F99E-4FCA-83EF-31E10F2B66B1}" type="datetime1">
              <a:rPr lang="en-US" smtClean="0"/>
              <a:t>9/23/2026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BC4A10E-0609-4949-D07C-24216BAC5B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11F3FAB-79B4-D8E1-4C83-DCEDF1D81F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B96425-C66E-449F-8335-3FF27AC80FA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38966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B62D6D-5943-F34B-7067-4DAC67F2C2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A479022-B079-7ABF-D3B2-F047759AD9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185E36-5297-403D-B499-FD865F8C5A4F}" type="datetime1">
              <a:rPr lang="en-US" smtClean="0"/>
              <a:t>9/23/2026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327FED0-1B72-AE3D-B991-3011FF5F4F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8BCC9E8-0221-DF95-C453-A5DD6A2255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B96425-C66E-449F-8335-3FF27AC80FA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61622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1DCFF55-F674-5F6C-8BD9-E18BCA6E70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DF4417-72BA-4D8F-8104-BFB5B423E2DD}" type="datetime1">
              <a:rPr lang="en-US" smtClean="0"/>
              <a:t>9/23/2026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B602B47-6242-3F53-E74D-15759199E4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019FA96-3699-AF91-0BF5-A96D193221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B96425-C66E-449F-8335-3FF27AC80FA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818333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1FC384-7C4E-90A9-D052-F177181399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8FE755-DD9C-48C9-18E0-7A0666EE36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189BE60-2370-2323-479D-AFA08D38DE0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98FE00-15CF-AC54-252E-ABDE1C373A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0CC0FA-F1D1-458D-9491-18A8D18048F7}" type="datetime1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F4E5E9E-AAE3-D7D0-47D5-C66440C4ED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DFA5690-0496-E6C1-A9AF-8907A895AF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B96425-C66E-449F-8335-3FF27AC80FA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96439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8E5BAA-4906-91B5-7D73-32200A44D2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AA2BF2F-08B8-A898-0A46-6A66C6D0BD9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6390846-D30F-C16B-667D-463BC3FE16E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5D4F419-0976-E7E5-5798-B5F1488252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BF3E84-4616-4F9E-891F-D3C933FF2937}" type="datetime1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EAF8254-5249-6893-E4C2-D3AA0B44DA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3E49A63-D4F7-F349-4D96-2CEC26D6A2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B96425-C66E-449F-8335-3FF27AC80FA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272260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C68DA9-D6EB-5280-92A3-0CEE773B87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D47DACA-2285-EE5F-EB00-EAF4AD4D6B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F76784-F9EB-1DB9-4260-5FF19AFB9A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53943D-1B76-47AC-8196-C4B25463BF47}" type="datetime1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AD3B1A-2397-B8B0-4543-3E79EE37E5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6B0AD4-A712-1A71-B3C7-704CB34006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B96425-C66E-449F-8335-3FF27AC80FA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86324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F65575B-5A82-335B-D795-8E4F6CE2A12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EC876E3-F3FF-AAB6-9DFD-EEDF4F0DE69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EAD0E5E-BA71-31DF-D295-A7313B21D8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188C43-274A-49F7-9E8E-741661AA3B8D}" type="datetime1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DF11CB-CA70-286A-0CAE-E522968CA7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EECFBA2-B2B0-C84C-C4EC-2505C6ED7D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B96425-C66E-449F-8335-3FF27AC80FA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23515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A731F83-A7A6-E828-6944-0E106048CA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BA51313-CFA9-9741-4468-CC22911AA90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B4C4D4F-E038-9990-166C-8816DF65E9D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50CAA63-4269-45C0-A8A2-D62AE2EC413F}" type="datetime1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B305AB0-D6E5-33C3-F419-39242E2DA07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0D3F894-82CF-6721-FE9C-6DEAC0F42E3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dirty="0"/>
              <a:t>Page &lt;#&gt;</a:t>
            </a:r>
          </a:p>
        </p:txBody>
      </p:sp>
    </p:spTree>
    <p:extLst>
      <p:ext uri="{BB962C8B-B14F-4D97-AF65-F5344CB8AC3E}">
        <p14:creationId xmlns:p14="http://schemas.microsoft.com/office/powerpoint/2010/main" val="7182292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customXml" Target="../ink/ink4.xml"/><Relationship Id="rId13" Type="http://schemas.openxmlformats.org/officeDocument/2006/relationships/image" Target="../media/image6.png"/><Relationship Id="rId18" Type="http://schemas.openxmlformats.org/officeDocument/2006/relationships/image" Target="../media/image9.png"/><Relationship Id="rId3" Type="http://schemas.openxmlformats.org/officeDocument/2006/relationships/image" Target="../media/image1.png"/><Relationship Id="rId7" Type="http://schemas.openxmlformats.org/officeDocument/2006/relationships/image" Target="../media/image3.png"/><Relationship Id="rId12" Type="http://schemas.openxmlformats.org/officeDocument/2006/relationships/customXml" Target="../ink/ink6.xml"/><Relationship Id="rId17" Type="http://schemas.openxmlformats.org/officeDocument/2006/relationships/image" Target="../media/image8.png"/><Relationship Id="rId2" Type="http://schemas.openxmlformats.org/officeDocument/2006/relationships/customXml" Target="../ink/ink1.xml"/><Relationship Id="rId16" Type="http://schemas.openxmlformats.org/officeDocument/2006/relationships/customXml" Target="../ink/ink8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3.xml"/><Relationship Id="rId11" Type="http://schemas.openxmlformats.org/officeDocument/2006/relationships/image" Target="../media/image5.png"/><Relationship Id="rId5" Type="http://schemas.openxmlformats.org/officeDocument/2006/relationships/image" Target="../media/image2.png"/><Relationship Id="rId15" Type="http://schemas.openxmlformats.org/officeDocument/2006/relationships/image" Target="../media/image7.png"/><Relationship Id="rId10" Type="http://schemas.openxmlformats.org/officeDocument/2006/relationships/customXml" Target="../ink/ink5.xml"/><Relationship Id="rId4" Type="http://schemas.openxmlformats.org/officeDocument/2006/relationships/customXml" Target="../ink/ink2.xml"/><Relationship Id="rId9" Type="http://schemas.openxmlformats.org/officeDocument/2006/relationships/image" Target="../media/image4.png"/><Relationship Id="rId14" Type="http://schemas.openxmlformats.org/officeDocument/2006/relationships/customXml" Target="../ink/ink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sv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hyperlink" Target="https://example.com/" TargetMode="Externa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5EA1D7-2391-17A8-BB07-F4ADC911942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90273" y="493880"/>
            <a:ext cx="9144000" cy="1027279"/>
          </a:xfrm>
        </p:spPr>
        <p:txBody>
          <a:bodyPr/>
          <a:lstStyle/>
          <a:p>
            <a:pPr algn="r" rtl="1"/>
            <a:r>
              <a:rPr lang="en-US" b="1" dirty="0" err="1"/>
              <a:t>تقرير</a:t>
            </a:r>
            <a:r>
              <a:rPr lang="en-US" b="1" dirty="0"/>
              <a:t> </a:t>
            </a:r>
            <a:r>
              <a:rPr lang="en-US" b="1" dirty="0" err="1"/>
              <a:t>الإنتاج</a:t>
            </a:r>
            <a:r>
              <a:rPr lang="en-US" b="1" dirty="0"/>
              <a:t> </a:t>
            </a:r>
            <a:r>
              <a:rPr lang="en-US" b="1" dirty="0" err="1"/>
              <a:t>الأسبوعي</a:t>
            </a:r>
            <a:endParaRPr lang="en-US" b="1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F8C0EEE-3EEF-0847-6857-16774E42534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390273" y="1949701"/>
            <a:ext cx="9144000" cy="1900404"/>
          </a:xfrm>
        </p:spPr>
        <p:txBody>
          <a:bodyPr>
            <a:normAutofit/>
          </a:bodyPr>
          <a:lstStyle/>
          <a:p>
            <a:pPr marL="342900" indent="-342900" algn="r" rtl="1">
              <a:buFont typeface="Arial" panose="020B0604020202020204" pitchFamily="34" charset="0"/>
              <a:buChar char="•"/>
            </a:pPr>
            <a:r>
              <a:rPr lang="en-US" dirty="0" err="1"/>
              <a:t>تم</a:t>
            </a:r>
            <a:r>
              <a:rPr lang="en-US" dirty="0"/>
              <a:t> </a:t>
            </a:r>
            <a:r>
              <a:rPr lang="en-US" dirty="0" err="1"/>
              <a:t>تثبيت</a:t>
            </a:r>
            <a:r>
              <a:rPr lang="en-US" dirty="0"/>
              <a:t> </a:t>
            </a:r>
            <a:r>
              <a:rPr lang="en-US" dirty="0" err="1"/>
              <a:t>لقطتين</a:t>
            </a:r>
            <a:r>
              <a:rPr lang="en-US" dirty="0"/>
              <a:t> </a:t>
            </a:r>
            <a:r>
              <a:rPr lang="en-US" dirty="0" err="1"/>
              <a:t>وإغلاق</a:t>
            </a:r>
            <a:r>
              <a:rPr lang="en-US" dirty="0"/>
              <a:t> </a:t>
            </a:r>
            <a:r>
              <a:rPr lang="en-US" dirty="0" err="1"/>
              <a:t>مشهد</a:t>
            </a:r>
            <a:r>
              <a:rPr lang="en-US" dirty="0"/>
              <a:t> </a:t>
            </a:r>
            <a:r>
              <a:rPr lang="en-US" dirty="0" err="1"/>
              <a:t>واحد</a:t>
            </a:r>
            <a:endParaRPr lang="en-US" dirty="0"/>
          </a:p>
          <a:p>
            <a:pPr marL="342900" indent="-342900" algn="r" rtl="1">
              <a:buFont typeface="Arial" panose="020B0604020202020204" pitchFamily="34" charset="0"/>
              <a:buChar char="•"/>
            </a:pPr>
            <a:r>
              <a:rPr lang="en-US" dirty="0" err="1"/>
              <a:t>الساعات</a:t>
            </a:r>
            <a:r>
              <a:rPr lang="en-US" dirty="0"/>
              <a:t> </a:t>
            </a:r>
            <a:r>
              <a:rPr lang="en-US" dirty="0" err="1"/>
              <a:t>المسجلة</a:t>
            </a:r>
            <a:r>
              <a:rPr lang="en-US" dirty="0"/>
              <a:t> </a:t>
            </a:r>
            <a:r>
              <a:rPr lang="en-US" dirty="0" err="1"/>
              <a:t>مقابل</a:t>
            </a:r>
            <a:r>
              <a:rPr lang="en-US" dirty="0"/>
              <a:t> </a:t>
            </a:r>
            <a:r>
              <a:rPr lang="en-US" dirty="0" err="1"/>
              <a:t>الخطة</a:t>
            </a:r>
            <a:r>
              <a:rPr lang="en-US" dirty="0"/>
              <a:t>: ٧٤ </a:t>
            </a:r>
            <a:r>
              <a:rPr lang="en-US" dirty="0" err="1"/>
              <a:t>ساعة</a:t>
            </a:r>
            <a:endParaRPr lang="en-US" dirty="0"/>
          </a:p>
          <a:p>
            <a:pPr marL="342900" indent="-342900" algn="r" rtl="1">
              <a:buFont typeface="Arial" panose="020B0604020202020204" pitchFamily="34" charset="0"/>
              <a:buChar char="•"/>
            </a:pPr>
            <a:r>
              <a:rPr lang="en-US" dirty="0" err="1"/>
              <a:t>استوديو</a:t>
            </a:r>
            <a:r>
              <a:rPr lang="en-US" dirty="0"/>
              <a:t> </a:t>
            </a:r>
            <a:r>
              <a:rPr lang="en-US" dirty="0" err="1"/>
              <a:t>نايل</a:t>
            </a:r>
            <a:r>
              <a:rPr lang="en-US" dirty="0"/>
              <a:t> </a:t>
            </a:r>
            <a:r>
              <a:rPr lang="en-US" dirty="0" err="1"/>
              <a:t>فريم</a:t>
            </a:r>
            <a:r>
              <a:rPr lang="en-US" dirty="0"/>
              <a:t> — Nile Frame Studio — Shot 4 locked</a:t>
            </a:r>
          </a:p>
          <a:p>
            <a:pPr marL="342900" indent="-342900" algn="l" rtl="1">
              <a:buFont typeface="Arial" panose="020B0604020202020204" pitchFamily="34" charset="0"/>
              <a:buChar char="•"/>
            </a:pPr>
            <a:r>
              <a:rPr lang="en-US" dirty="0"/>
              <a:t>Next review: Thursday 12:00</a:t>
            </a:r>
          </a:p>
          <a:p>
            <a:pPr marL="342900" indent="-342900" algn="r" rtl="1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67D99183-B416-A8CE-8EBA-E733F9F782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B96425-C66E-449F-8335-3FF27AC80FA3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166708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A16F67-57FC-5F2E-AF60-B4BE284AD3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r" rtl="1"/>
            <a:r>
              <a:rPr lang="en-US" sz="2800" dirty="0" err="1"/>
              <a:t>جدول</a:t>
            </a:r>
            <a:r>
              <a:rPr lang="en-US" sz="2800" dirty="0"/>
              <a:t> </a:t>
            </a:r>
            <a:r>
              <a:rPr lang="en-US" sz="2800" dirty="0" err="1"/>
              <a:t>المتابعة</a:t>
            </a:r>
            <a:endParaRPr lang="en-US" sz="2800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9DCB772F-CAC7-1060-2C10-F62F6552A77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56197624"/>
              </p:ext>
            </p:extLst>
          </p:nvPr>
        </p:nvGraphicFramePr>
        <p:xfrm>
          <a:off x="2032000" y="2687320"/>
          <a:ext cx="8127999" cy="2560320"/>
        </p:xfrm>
        <a:graphic>
          <a:graphicData uri="http://schemas.openxmlformats.org/drawingml/2006/table">
            <a:tbl>
              <a:tblPr rtl="1" firstRow="1" bandRow="1">
                <a:tableStyleId>{5C22544A-7EE6-4342-B048-85BDC9FD1C3A}</a:tableStyleId>
              </a:tblPr>
              <a:tblGrid>
                <a:gridCol w="2709333">
                  <a:extLst>
                    <a:ext uri="{9D8B030D-6E8A-4147-A177-3AD203B41FA5}">
                      <a16:colId xmlns:a16="http://schemas.microsoft.com/office/drawing/2014/main" val="3883181887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69097687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81898511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3200" b="1" kern="1200" dirty="0" err="1">
                          <a:solidFill>
                            <a:srgbClr val="FF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الاسم</a:t>
                      </a:r>
                      <a:endParaRPr lang="en-US" sz="3200" b="1" kern="1200" dirty="0">
                        <a:solidFill>
                          <a:srgbClr val="FF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3200" b="1" kern="1200" dirty="0" err="1">
                          <a:solidFill>
                            <a:srgbClr val="FF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الدور</a:t>
                      </a:r>
                      <a:endParaRPr lang="en-US" sz="3200" b="1" kern="1200" dirty="0">
                        <a:solidFill>
                          <a:srgbClr val="FF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3200" b="1" kern="1200" dirty="0" err="1">
                          <a:solidFill>
                            <a:srgbClr val="FF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الحالة</a:t>
                      </a:r>
                      <a:endParaRPr lang="en-US" sz="3200" b="1" kern="1200" dirty="0">
                        <a:solidFill>
                          <a:srgbClr val="FF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886438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ليلى</a:t>
                      </a:r>
                      <a:r>
                        <a:rPr lang="en-US" sz="28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sz="28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حسن</a:t>
                      </a:r>
                      <a:endParaRPr lang="en-US" sz="2800" b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مونتيرة</a:t>
                      </a:r>
                      <a:endParaRPr lang="en-US" sz="2800" b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تم</a:t>
                      </a:r>
                      <a:endParaRPr lang="en-US" sz="2800" b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84581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أحمد</a:t>
                      </a:r>
                      <a:r>
                        <a:rPr lang="en-US" sz="28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sz="28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سمير</a:t>
                      </a:r>
                      <a:endParaRPr lang="en-US" sz="2800" b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مصور</a:t>
                      </a:r>
                      <a:endParaRPr lang="en-US" sz="2800" b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قيد</a:t>
                      </a:r>
                      <a:r>
                        <a:rPr lang="en-US" sz="28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sz="28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التنفيذ</a:t>
                      </a:r>
                      <a:endParaRPr lang="en-US" sz="2800" b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082831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Shot 12 — </a:t>
                      </a:r>
                      <a:r>
                        <a:rPr lang="en-US" sz="28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لقطة</a:t>
                      </a:r>
                      <a:r>
                        <a:rPr lang="en-US" sz="28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١٢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VFX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متعثرة</a:t>
                      </a:r>
                      <a:endParaRPr lang="en-US" sz="2800" b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84697070"/>
                  </a:ext>
                </a:extLst>
              </a:tr>
            </a:tbl>
          </a:graphicData>
        </a:graphic>
      </p:graphicFrame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074D666-9247-54AC-A4BF-EFFE7CB167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B96425-C66E-449F-8335-3FF27AC80FA3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579110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5E426FE-7144-4678-DA6D-7041EC433FAC}"/>
              </a:ext>
            </a:extLst>
          </p:cNvPr>
          <p:cNvGrpSpPr/>
          <p:nvPr/>
        </p:nvGrpSpPr>
        <p:grpSpPr>
          <a:xfrm>
            <a:off x="4070021" y="1035031"/>
            <a:ext cx="1162310" cy="251640"/>
            <a:chOff x="4070021" y="1035031"/>
            <a:chExt cx="1162310" cy="25164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39E34207-D93E-7BC5-D4A3-398E63A1EB50}"/>
                </a:ext>
              </a:extLst>
            </p:cNvPr>
            <p:cNvSpPr/>
            <p:nvPr/>
          </p:nvSpPr>
          <p:spPr>
            <a:xfrm>
              <a:off x="4070021" y="1035031"/>
              <a:ext cx="539640" cy="251640"/>
            </a:xfrm>
            <a:prstGeom prst="rect">
              <a:avLst/>
            </a:prstGeom>
            <a:solidFill>
              <a:srgbClr val="73A0B4"/>
            </a:solidFill>
            <a:ln w="28800">
              <a:solidFill>
                <a:srgbClr val="156082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104400" tIns="59400" rIns="104400" bIns="59400" anchor="t">
              <a:spAutoFit/>
            </a:bodyPr>
            <a:lstStyle/>
            <a:p>
              <a:endParaRPr lang="en-AE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1" name="Rectangle: Rounded Corners 30">
              <a:extLst>
                <a:ext uri="{FF2B5EF4-FFF2-40B4-BE49-F238E27FC236}">
                  <a16:creationId xmlns:a16="http://schemas.microsoft.com/office/drawing/2014/main" id="{951A8F1E-37CA-B207-3D01-DABCD6684785}"/>
                </a:ext>
              </a:extLst>
            </p:cNvPr>
            <p:cNvSpPr/>
            <p:nvPr/>
          </p:nvSpPr>
          <p:spPr>
            <a:xfrm>
              <a:off x="4692691" y="1035031"/>
              <a:ext cx="539640" cy="251640"/>
            </a:xfrm>
            <a:prstGeom prst="roundRect">
              <a:avLst>
                <a:gd name="adj" fmla="val 16667"/>
              </a:avLst>
            </a:prstGeom>
            <a:solidFill>
              <a:srgbClr val="73A0B4"/>
            </a:solidFill>
            <a:ln w="28800">
              <a:solidFill>
                <a:srgbClr val="156082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104400" tIns="59400" rIns="104400" bIns="59400" anchor="t">
              <a:spAutoFit/>
            </a:bodyPr>
            <a:lstStyle/>
            <a:p>
              <a:endParaRPr lang="en-AE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33" name="Oval 32">
            <a:extLst>
              <a:ext uri="{FF2B5EF4-FFF2-40B4-BE49-F238E27FC236}">
                <a16:creationId xmlns:a16="http://schemas.microsoft.com/office/drawing/2014/main" id="{2F9DE2E8-27CF-9DA6-4DC8-9BFC689F77A6}"/>
              </a:ext>
            </a:extLst>
          </p:cNvPr>
          <p:cNvSpPr/>
          <p:nvPr/>
        </p:nvSpPr>
        <p:spPr>
          <a:xfrm>
            <a:off x="5315361" y="1035031"/>
            <a:ext cx="539640" cy="251640"/>
          </a:xfrm>
          <a:prstGeom prst="ellipse">
            <a:avLst/>
          </a:prstGeom>
          <a:solidFill>
            <a:srgbClr val="73A0B4"/>
          </a:solidFill>
          <a:ln w="28800">
            <a:solidFill>
              <a:srgbClr val="156082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4400" tIns="59400" rIns="104400" bIns="59400" anchor="t">
            <a:spAutoFit/>
          </a:bodyPr>
          <a:lstStyle/>
          <a:p>
            <a:endParaRPr lang="en-AE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" name="Isosceles Triangle 34">
            <a:extLst>
              <a:ext uri="{FF2B5EF4-FFF2-40B4-BE49-F238E27FC236}">
                <a16:creationId xmlns:a16="http://schemas.microsoft.com/office/drawing/2014/main" id="{6A5BC03A-C13E-B797-E362-EC4B9CEF3DA0}"/>
              </a:ext>
            </a:extLst>
          </p:cNvPr>
          <p:cNvSpPr/>
          <p:nvPr/>
        </p:nvSpPr>
        <p:spPr>
          <a:xfrm>
            <a:off x="5938031" y="1035031"/>
            <a:ext cx="539640" cy="251640"/>
          </a:xfrm>
          <a:prstGeom prst="triangle">
            <a:avLst>
              <a:gd name="adj" fmla="val 50000"/>
            </a:avLst>
          </a:prstGeom>
          <a:solidFill>
            <a:srgbClr val="73A0B4"/>
          </a:solidFill>
          <a:ln w="28800">
            <a:solidFill>
              <a:srgbClr val="156082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4400" tIns="59400" rIns="104400" bIns="59400" anchor="t">
            <a:spAutoFit/>
          </a:bodyPr>
          <a:lstStyle/>
          <a:p>
            <a:endParaRPr lang="en-AE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" name="Right Triangle 36">
            <a:extLst>
              <a:ext uri="{FF2B5EF4-FFF2-40B4-BE49-F238E27FC236}">
                <a16:creationId xmlns:a16="http://schemas.microsoft.com/office/drawing/2014/main" id="{9882D69A-0BC9-81FB-E417-056389EA9FCB}"/>
              </a:ext>
            </a:extLst>
          </p:cNvPr>
          <p:cNvSpPr/>
          <p:nvPr/>
        </p:nvSpPr>
        <p:spPr>
          <a:xfrm>
            <a:off x="6668701" y="1035031"/>
            <a:ext cx="539640" cy="251640"/>
          </a:xfrm>
          <a:prstGeom prst="rtTriangle">
            <a:avLst/>
          </a:prstGeom>
          <a:solidFill>
            <a:srgbClr val="73A0B4"/>
          </a:solidFill>
          <a:ln w="28800">
            <a:solidFill>
              <a:srgbClr val="156082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4400" tIns="41760" rIns="104400" bIns="41760" anchor="t">
            <a:spAutoFit/>
          </a:bodyPr>
          <a:lstStyle/>
          <a:p>
            <a:endParaRPr lang="en-AE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" name="Diamond 38">
            <a:extLst>
              <a:ext uri="{FF2B5EF4-FFF2-40B4-BE49-F238E27FC236}">
                <a16:creationId xmlns:a16="http://schemas.microsoft.com/office/drawing/2014/main" id="{F3A6D770-DAD6-4DF1-F032-00D841AB9F9B}"/>
              </a:ext>
            </a:extLst>
          </p:cNvPr>
          <p:cNvSpPr/>
          <p:nvPr/>
        </p:nvSpPr>
        <p:spPr>
          <a:xfrm>
            <a:off x="7399731" y="1035031"/>
            <a:ext cx="539640" cy="251640"/>
          </a:xfrm>
          <a:prstGeom prst="diamond">
            <a:avLst/>
          </a:prstGeom>
          <a:solidFill>
            <a:srgbClr val="73A0B4"/>
          </a:solidFill>
          <a:ln w="28800">
            <a:solidFill>
              <a:srgbClr val="156082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4400" tIns="59400" rIns="104400" bIns="59400" anchor="t">
            <a:spAutoFit/>
          </a:bodyPr>
          <a:lstStyle/>
          <a:p>
            <a:endParaRPr lang="en-AE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" name="Parallelogram 40">
            <a:extLst>
              <a:ext uri="{FF2B5EF4-FFF2-40B4-BE49-F238E27FC236}">
                <a16:creationId xmlns:a16="http://schemas.microsoft.com/office/drawing/2014/main" id="{6D28B997-567D-5FA9-D4FA-D973695EAAB2}"/>
              </a:ext>
            </a:extLst>
          </p:cNvPr>
          <p:cNvSpPr/>
          <p:nvPr/>
        </p:nvSpPr>
        <p:spPr>
          <a:xfrm>
            <a:off x="3291494" y="1873139"/>
            <a:ext cx="539640" cy="251640"/>
          </a:xfrm>
          <a:prstGeom prst="parallelogram">
            <a:avLst>
              <a:gd name="adj" fmla="val 25000"/>
            </a:avLst>
          </a:prstGeom>
          <a:solidFill>
            <a:srgbClr val="73A0B4"/>
          </a:solidFill>
          <a:ln w="28800">
            <a:solidFill>
              <a:srgbClr val="156082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4400" tIns="59400" rIns="104400" bIns="59400" anchor="t">
            <a:spAutoFit/>
          </a:bodyPr>
          <a:lstStyle/>
          <a:p>
            <a:endParaRPr lang="en-AE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32972A27-EB12-1FEB-2B62-4FFA004B2478}"/>
              </a:ext>
            </a:extLst>
          </p:cNvPr>
          <p:cNvGrpSpPr/>
          <p:nvPr/>
        </p:nvGrpSpPr>
        <p:grpSpPr>
          <a:xfrm rot="1200000">
            <a:off x="4077823" y="2043714"/>
            <a:ext cx="1627133" cy="352296"/>
            <a:chOff x="4692619" y="1892333"/>
            <a:chExt cx="1162238" cy="251640"/>
          </a:xfrm>
        </p:grpSpPr>
        <p:sp>
          <p:nvSpPr>
            <p:cNvPr id="43" name="Hexagon 42">
              <a:extLst>
                <a:ext uri="{FF2B5EF4-FFF2-40B4-BE49-F238E27FC236}">
                  <a16:creationId xmlns:a16="http://schemas.microsoft.com/office/drawing/2014/main" id="{CAEDFE7B-C4E8-B9B2-F26B-8DEA7C398BEB}"/>
                </a:ext>
              </a:extLst>
            </p:cNvPr>
            <p:cNvSpPr/>
            <p:nvPr/>
          </p:nvSpPr>
          <p:spPr>
            <a:xfrm>
              <a:off x="4692619" y="1892333"/>
              <a:ext cx="539640" cy="251640"/>
            </a:xfrm>
            <a:prstGeom prst="hexagon">
              <a:avLst>
                <a:gd name="adj" fmla="val 25000"/>
                <a:gd name="vf" fmla="val 115470"/>
              </a:avLst>
            </a:prstGeom>
            <a:solidFill>
              <a:srgbClr val="73A0B4"/>
            </a:solidFill>
            <a:ln w="28800">
              <a:solidFill>
                <a:srgbClr val="156082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104400" tIns="59400" rIns="104400" bIns="59400" anchor="t">
              <a:spAutoFit/>
            </a:bodyPr>
            <a:lstStyle/>
            <a:p>
              <a:endParaRPr lang="en-AE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5" name="Octagon 44">
              <a:extLst>
                <a:ext uri="{FF2B5EF4-FFF2-40B4-BE49-F238E27FC236}">
                  <a16:creationId xmlns:a16="http://schemas.microsoft.com/office/drawing/2014/main" id="{E14F0597-B67D-3152-0FE3-0229FF10BF72}"/>
                </a:ext>
              </a:extLst>
            </p:cNvPr>
            <p:cNvSpPr/>
            <p:nvPr/>
          </p:nvSpPr>
          <p:spPr>
            <a:xfrm>
              <a:off x="5315217" y="1892333"/>
              <a:ext cx="539640" cy="251640"/>
            </a:xfrm>
            <a:prstGeom prst="octagon">
              <a:avLst>
                <a:gd name="adj" fmla="val 29289"/>
              </a:avLst>
            </a:prstGeom>
            <a:solidFill>
              <a:srgbClr val="73A0B4"/>
            </a:solidFill>
            <a:ln w="28800">
              <a:solidFill>
                <a:srgbClr val="156082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104400" tIns="59400" rIns="104400" bIns="59400" anchor="t">
              <a:spAutoFit/>
            </a:bodyPr>
            <a:lstStyle/>
            <a:p>
              <a:endParaRPr lang="en-AE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47" name="Rectangle 46">
            <a:extLst>
              <a:ext uri="{FF2B5EF4-FFF2-40B4-BE49-F238E27FC236}">
                <a16:creationId xmlns:a16="http://schemas.microsoft.com/office/drawing/2014/main" id="{54BEB196-D22D-2AAF-EE2D-30472265A929}"/>
              </a:ext>
            </a:extLst>
          </p:cNvPr>
          <p:cNvSpPr/>
          <p:nvPr/>
        </p:nvSpPr>
        <p:spPr>
          <a:xfrm rot="19800000">
            <a:off x="5937815" y="1873835"/>
            <a:ext cx="647640" cy="251640"/>
          </a:xfrm>
          <a:prstGeom prst="rect">
            <a:avLst/>
          </a:prstGeom>
          <a:solidFill>
            <a:srgbClr val="44809B"/>
          </a:solidFill>
          <a:ln w="43200">
            <a:solidFill>
              <a:srgbClr val="156082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11600" tIns="66600" rIns="111600" bIns="66600" anchor="ctr" anchorCtr="1">
            <a:noAutofit/>
          </a:bodyPr>
          <a:lstStyle/>
          <a:p>
            <a:endParaRPr lang="en-AE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" name="Straight Connector 48">
            <a:extLst>
              <a:ext uri="{FF2B5EF4-FFF2-40B4-BE49-F238E27FC236}">
                <a16:creationId xmlns:a16="http://schemas.microsoft.com/office/drawing/2014/main" id="{1E27CC0D-78F8-7A70-07FC-678B736F8656}"/>
              </a:ext>
            </a:extLst>
          </p:cNvPr>
          <p:cNvSpPr/>
          <p:nvPr/>
        </p:nvSpPr>
        <p:spPr>
          <a:xfrm>
            <a:off x="6668413" y="1928333"/>
            <a:ext cx="648000" cy="360"/>
          </a:xfrm>
          <a:prstGeom prst="line">
            <a:avLst/>
          </a:prstGeom>
          <a:ln w="36000">
            <a:solidFill>
              <a:srgbClr val="E8A33D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000" tIns="-63000" rIns="108000" bIns="-63000" anchor="ctr" anchorCtr="1">
            <a:noAutofit/>
          </a:bodyPr>
          <a:lstStyle/>
          <a:p>
            <a:endParaRPr lang="en-A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Star: 5 Points 50">
            <a:extLst>
              <a:ext uri="{FF2B5EF4-FFF2-40B4-BE49-F238E27FC236}">
                <a16:creationId xmlns:a16="http://schemas.microsoft.com/office/drawing/2014/main" id="{18CFFD5A-0B6C-2A49-51F1-F20F48147FA1}"/>
              </a:ext>
            </a:extLst>
          </p:cNvPr>
          <p:cNvSpPr/>
          <p:nvPr/>
        </p:nvSpPr>
        <p:spPr>
          <a:xfrm>
            <a:off x="7399371" y="1872779"/>
            <a:ext cx="540000" cy="252000"/>
          </a:xfrm>
          <a:prstGeom prst="star5">
            <a:avLst/>
          </a:prstGeom>
          <a:solidFill>
            <a:srgbClr val="73A0B4"/>
          </a:solidFill>
          <a:ln w="28800">
            <a:solidFill>
              <a:srgbClr val="156082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4400" tIns="59400" rIns="104400" bIns="59400" anchor="t">
            <a:spAutoFit/>
          </a:bodyPr>
          <a:lstStyle/>
          <a:p>
            <a:endParaRPr lang="en-AE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grpSp>
        <p:nvGrpSpPr>
          <p:cNvPr id="56" name="Group 55">
            <a:extLst>
              <a:ext uri="{FF2B5EF4-FFF2-40B4-BE49-F238E27FC236}">
                <a16:creationId xmlns:a16="http://schemas.microsoft.com/office/drawing/2014/main" id="{080750A1-99A8-343C-91C2-97F8EA0F3BF8}"/>
              </a:ext>
            </a:extLst>
          </p:cNvPr>
          <p:cNvGrpSpPr/>
          <p:nvPr/>
        </p:nvGrpSpPr>
        <p:grpSpPr>
          <a:xfrm>
            <a:off x="2024173" y="3769629"/>
            <a:ext cx="833760" cy="1455840"/>
            <a:chOff x="2024173" y="3769629"/>
            <a:chExt cx="833760" cy="1455840"/>
          </a:xfrm>
        </p:grpSpPr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2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1EB4E62A-3B1A-2144-47B7-D109498E609D}"/>
                    </a:ext>
                  </a:extLst>
                </p14:cNvPr>
                <p14:cNvContentPartPr/>
                <p14:nvPr/>
              </p14:nvContentPartPr>
              <p14:xfrm>
                <a:off x="2024173" y="3801669"/>
                <a:ext cx="302040" cy="135396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1EB4E62A-3B1A-2144-47B7-D109498E609D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1988173" y="3766029"/>
                  <a:ext cx="373680" cy="142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4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762D48AA-F67B-175F-3340-4A820EA336D9}"/>
                    </a:ext>
                  </a:extLst>
                </p14:cNvPr>
                <p14:cNvContentPartPr/>
                <p14:nvPr/>
              </p14:nvContentPartPr>
              <p14:xfrm>
                <a:off x="2342053" y="3769629"/>
                <a:ext cx="515880" cy="145584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762D48AA-F67B-175F-3340-4A820EA336D9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2306053" y="3733989"/>
                  <a:ext cx="587520" cy="152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6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41477C9E-CDFA-30D8-374A-CF19B2734219}"/>
                    </a:ext>
                  </a:extLst>
                </p14:cNvPr>
                <p14:cNvContentPartPr/>
                <p14:nvPr/>
              </p14:nvContentPartPr>
              <p14:xfrm>
                <a:off x="2144413" y="4732269"/>
                <a:ext cx="390240" cy="36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41477C9E-CDFA-30D8-374A-CF19B2734219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2108773" y="4696269"/>
                  <a:ext cx="461880" cy="72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A34FF7ED-B48F-5209-1635-D9EDC3A82D87}"/>
              </a:ext>
            </a:extLst>
          </p:cNvPr>
          <p:cNvGrpSpPr/>
          <p:nvPr/>
        </p:nvGrpSpPr>
        <p:grpSpPr>
          <a:xfrm>
            <a:off x="3352573" y="3702309"/>
            <a:ext cx="1014120" cy="1497600"/>
            <a:chOff x="3352573" y="3702309"/>
            <a:chExt cx="1014120" cy="1497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762F4324-4F39-565B-30F8-3F0F7EB4C4B2}"/>
                    </a:ext>
                  </a:extLst>
                </p14:cNvPr>
                <p14:cNvContentPartPr/>
                <p14:nvPr/>
              </p14:nvContentPartPr>
              <p14:xfrm>
                <a:off x="3352573" y="3753789"/>
                <a:ext cx="224280" cy="133668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762F4324-4F39-565B-30F8-3F0F7EB4C4B2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3316933" y="3717789"/>
                  <a:ext cx="295920" cy="140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30BD8EC5-C6AA-329B-C1DC-3CF965A6A09F}"/>
                    </a:ext>
                  </a:extLst>
                </p14:cNvPr>
                <p14:cNvContentPartPr/>
                <p14:nvPr/>
              </p14:nvContentPartPr>
              <p14:xfrm>
                <a:off x="3352573" y="3702309"/>
                <a:ext cx="1014120" cy="149760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30BD8EC5-C6AA-329B-C1DC-3CF965A6A09F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3316573" y="3666309"/>
                  <a:ext cx="1085760" cy="15692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60" name="Ink 59">
                <a:extLst>
                  <a:ext uri="{FF2B5EF4-FFF2-40B4-BE49-F238E27FC236}">
                    <a16:creationId xmlns:a16="http://schemas.microsoft.com/office/drawing/2014/main" id="{39CFA644-1C75-E07E-B4B1-380525399B84}"/>
                  </a:ext>
                </a:extLst>
              </p14:cNvPr>
              <p14:cNvContentPartPr/>
              <p14:nvPr/>
            </p14:nvContentPartPr>
            <p14:xfrm>
              <a:off x="4831093" y="3625269"/>
              <a:ext cx="968400" cy="1382400"/>
            </p14:xfrm>
          </p:contentPart>
        </mc:Choice>
        <mc:Fallback xmlns="">
          <p:pic>
            <p:nvPicPr>
              <p:cNvPr id="60" name="Ink 59">
                <a:extLst>
                  <a:ext uri="{FF2B5EF4-FFF2-40B4-BE49-F238E27FC236}">
                    <a16:creationId xmlns:a16="http://schemas.microsoft.com/office/drawing/2014/main" id="{39CFA644-1C75-E07E-B4B1-380525399B84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4813093" y="3607629"/>
                <a:ext cx="1004040" cy="1418040"/>
              </a:xfrm>
              <a:prstGeom prst="rect">
                <a:avLst/>
              </a:prstGeom>
            </p:spPr>
          </p:pic>
        </mc:Fallback>
      </mc:AlternateContent>
      <p:grpSp>
        <p:nvGrpSpPr>
          <p:cNvPr id="63" name="Group 62">
            <a:extLst>
              <a:ext uri="{FF2B5EF4-FFF2-40B4-BE49-F238E27FC236}">
                <a16:creationId xmlns:a16="http://schemas.microsoft.com/office/drawing/2014/main" id="{410482EE-2770-7154-4CF1-33D8EA9629F8}"/>
              </a:ext>
            </a:extLst>
          </p:cNvPr>
          <p:cNvGrpSpPr/>
          <p:nvPr/>
        </p:nvGrpSpPr>
        <p:grpSpPr>
          <a:xfrm>
            <a:off x="6464773" y="3577389"/>
            <a:ext cx="498600" cy="1227240"/>
            <a:chOff x="6464773" y="3577389"/>
            <a:chExt cx="498600" cy="1227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96644150-C929-63F2-16A0-B4A10FF1E086}"/>
                    </a:ext>
                  </a:extLst>
                </p14:cNvPr>
                <p14:cNvContentPartPr/>
                <p14:nvPr/>
              </p14:nvContentPartPr>
              <p14:xfrm>
                <a:off x="6528853" y="3657309"/>
                <a:ext cx="142200" cy="114732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96644150-C929-63F2-16A0-B4A10FF1E086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6511213" y="3639669"/>
                  <a:ext cx="177840" cy="118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B823A13B-FC43-855A-9872-0869DF88D7A7}"/>
                    </a:ext>
                  </a:extLst>
                </p14:cNvPr>
                <p14:cNvContentPartPr/>
                <p14:nvPr/>
              </p14:nvContentPartPr>
              <p14:xfrm>
                <a:off x="6464773" y="3577389"/>
                <a:ext cx="498600" cy="119988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B823A13B-FC43-855A-9872-0869DF88D7A7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6447133" y="3559389"/>
                  <a:ext cx="534240" cy="1235520"/>
                </a:xfrm>
                <a:prstGeom prst="rect">
                  <a:avLst/>
                </a:prstGeom>
              </p:spPr>
            </p:pic>
          </mc:Fallback>
        </mc:AlternateContent>
      </p:grpSp>
      <p:sp>
        <p:nvSpPr>
          <p:cNvPr id="64" name="Arrow: Up 63">
            <a:extLst>
              <a:ext uri="{FF2B5EF4-FFF2-40B4-BE49-F238E27FC236}">
                <a16:creationId xmlns:a16="http://schemas.microsoft.com/office/drawing/2014/main" id="{3D3A1F1A-FC71-A06F-2C50-30EA3F03DD15}"/>
              </a:ext>
            </a:extLst>
          </p:cNvPr>
          <p:cNvSpPr/>
          <p:nvPr/>
        </p:nvSpPr>
        <p:spPr>
          <a:xfrm>
            <a:off x="8518358" y="932408"/>
            <a:ext cx="539640" cy="456885"/>
          </a:xfrm>
          <a:prstGeom prst="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Not Equal 64">
            <a:extLst>
              <a:ext uri="{FF2B5EF4-FFF2-40B4-BE49-F238E27FC236}">
                <a16:creationId xmlns:a16="http://schemas.microsoft.com/office/drawing/2014/main" id="{FAFB458C-8583-9A64-EB52-500B259E58C8}"/>
              </a:ext>
            </a:extLst>
          </p:cNvPr>
          <p:cNvSpPr/>
          <p:nvPr/>
        </p:nvSpPr>
        <p:spPr>
          <a:xfrm>
            <a:off x="8330978" y="1667579"/>
            <a:ext cx="914400" cy="914400"/>
          </a:xfrm>
          <a:prstGeom prst="mathNotEqual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66" name="Right Brace 65">
            <a:extLst>
              <a:ext uri="{FF2B5EF4-FFF2-40B4-BE49-F238E27FC236}">
                <a16:creationId xmlns:a16="http://schemas.microsoft.com/office/drawing/2014/main" id="{21AEA19B-C724-010F-8A94-48DA002D6B6E}"/>
              </a:ext>
            </a:extLst>
          </p:cNvPr>
          <p:cNvSpPr/>
          <p:nvPr/>
        </p:nvSpPr>
        <p:spPr>
          <a:xfrm>
            <a:off x="9480884" y="932408"/>
            <a:ext cx="539640" cy="1649571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8" name="Picture 67">
            <a:extLst>
              <a:ext uri="{FF2B5EF4-FFF2-40B4-BE49-F238E27FC236}">
                <a16:creationId xmlns:a16="http://schemas.microsoft.com/office/drawing/2014/main" id="{E63F1E7E-3D87-7F55-026D-A71B3AD8975F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9511497" y="3577389"/>
            <a:ext cx="2049120" cy="2714332"/>
          </a:xfrm>
          <a:prstGeom prst="rect">
            <a:avLst/>
          </a:prstGeom>
        </p:spPr>
      </p:pic>
      <p:sp>
        <p:nvSpPr>
          <p:cNvPr id="72" name="Freeform: Shape 71">
            <a:extLst>
              <a:ext uri="{FF2B5EF4-FFF2-40B4-BE49-F238E27FC236}">
                <a16:creationId xmlns:a16="http://schemas.microsoft.com/office/drawing/2014/main" id="{FF926551-7890-9B0D-6461-F029FB0E0D08}"/>
              </a:ext>
            </a:extLst>
          </p:cNvPr>
          <p:cNvSpPr/>
          <p:nvPr/>
        </p:nvSpPr>
        <p:spPr>
          <a:xfrm>
            <a:off x="338008" y="1035031"/>
            <a:ext cx="1122948" cy="994920"/>
          </a:xfrm>
          <a:custGeom>
            <a:avLst/>
            <a:gdLst>
              <a:gd name="csX0" fmla="*/ 0 w 1122948"/>
              <a:gd name="csY0" fmla="*/ 144689 h 994920"/>
              <a:gd name="csX1" fmla="*/ 80211 w 1122948"/>
              <a:gd name="csY1" fmla="*/ 112604 h 994920"/>
              <a:gd name="csX2" fmla="*/ 641685 w 1122948"/>
              <a:gd name="csY2" fmla="*/ 310 h 994920"/>
              <a:gd name="csX3" fmla="*/ 1058779 w 1122948"/>
              <a:gd name="csY3" fmla="*/ 48436 h 994920"/>
              <a:gd name="csX4" fmla="*/ 1122948 w 1122948"/>
              <a:gd name="csY4" fmla="*/ 160731 h 994920"/>
              <a:gd name="csX5" fmla="*/ 1106906 w 1122948"/>
              <a:gd name="csY5" fmla="*/ 273026 h 994920"/>
              <a:gd name="csX6" fmla="*/ 1090864 w 1122948"/>
              <a:gd name="csY6" fmla="*/ 321152 h 994920"/>
              <a:gd name="csX7" fmla="*/ 994611 w 1122948"/>
              <a:gd name="csY7" fmla="*/ 369278 h 994920"/>
              <a:gd name="csX8" fmla="*/ 834190 w 1122948"/>
              <a:gd name="csY8" fmla="*/ 401362 h 994920"/>
              <a:gd name="csX9" fmla="*/ 737937 w 1122948"/>
              <a:gd name="csY9" fmla="*/ 433447 h 994920"/>
              <a:gd name="csX10" fmla="*/ 465221 w 1122948"/>
              <a:gd name="csY10" fmla="*/ 465531 h 994920"/>
              <a:gd name="csX11" fmla="*/ 401053 w 1122948"/>
              <a:gd name="csY11" fmla="*/ 593868 h 994920"/>
              <a:gd name="csX12" fmla="*/ 368969 w 1122948"/>
              <a:gd name="csY12" fmla="*/ 738247 h 994920"/>
              <a:gd name="csX13" fmla="*/ 529390 w 1122948"/>
              <a:gd name="csY13" fmla="*/ 946794 h 994920"/>
              <a:gd name="csX14" fmla="*/ 721895 w 1122948"/>
              <a:gd name="csY14" fmla="*/ 994920 h 994920"/>
              <a:gd name="csX15" fmla="*/ 834190 w 1122948"/>
              <a:gd name="csY15" fmla="*/ 818457 h 99492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1122948" h="994920">
                <a:moveTo>
                  <a:pt x="0" y="144689"/>
                </a:moveTo>
                <a:cubicBezTo>
                  <a:pt x="26737" y="133994"/>
                  <a:pt x="52522" y="120515"/>
                  <a:pt x="80211" y="112604"/>
                </a:cubicBezTo>
                <a:cubicBezTo>
                  <a:pt x="337068" y="39216"/>
                  <a:pt x="365944" y="43848"/>
                  <a:pt x="641685" y="310"/>
                </a:cubicBezTo>
                <a:cubicBezTo>
                  <a:pt x="678566" y="2154"/>
                  <a:pt x="961293" y="-12492"/>
                  <a:pt x="1058779" y="48436"/>
                </a:cubicBezTo>
                <a:cubicBezTo>
                  <a:pt x="1075272" y="58744"/>
                  <a:pt x="1118035" y="150905"/>
                  <a:pt x="1122948" y="160731"/>
                </a:cubicBezTo>
                <a:cubicBezTo>
                  <a:pt x="1117601" y="198163"/>
                  <a:pt x="1114321" y="235949"/>
                  <a:pt x="1106906" y="273026"/>
                </a:cubicBezTo>
                <a:cubicBezTo>
                  <a:pt x="1103590" y="289607"/>
                  <a:pt x="1103703" y="310147"/>
                  <a:pt x="1090864" y="321152"/>
                </a:cubicBezTo>
                <a:cubicBezTo>
                  <a:pt x="1063628" y="344497"/>
                  <a:pt x="1027917" y="355956"/>
                  <a:pt x="994611" y="369278"/>
                </a:cubicBezTo>
                <a:cubicBezTo>
                  <a:pt x="960425" y="382952"/>
                  <a:pt x="861405" y="396826"/>
                  <a:pt x="834190" y="401362"/>
                </a:cubicBezTo>
                <a:cubicBezTo>
                  <a:pt x="802106" y="412057"/>
                  <a:pt x="771257" y="427652"/>
                  <a:pt x="737937" y="433447"/>
                </a:cubicBezTo>
                <a:cubicBezTo>
                  <a:pt x="647758" y="449130"/>
                  <a:pt x="547862" y="426178"/>
                  <a:pt x="465221" y="465531"/>
                </a:cubicBezTo>
                <a:cubicBezTo>
                  <a:pt x="422039" y="486094"/>
                  <a:pt x="401053" y="593868"/>
                  <a:pt x="401053" y="593868"/>
                </a:cubicBezTo>
                <a:cubicBezTo>
                  <a:pt x="390358" y="641994"/>
                  <a:pt x="372481" y="689072"/>
                  <a:pt x="368969" y="738247"/>
                </a:cubicBezTo>
                <a:cubicBezTo>
                  <a:pt x="361887" y="837400"/>
                  <a:pt x="449064" y="904718"/>
                  <a:pt x="529390" y="946794"/>
                </a:cubicBezTo>
                <a:cubicBezTo>
                  <a:pt x="587982" y="977485"/>
                  <a:pt x="657727" y="978878"/>
                  <a:pt x="721895" y="994920"/>
                </a:cubicBezTo>
                <a:cubicBezTo>
                  <a:pt x="860298" y="896061"/>
                  <a:pt x="834190" y="960710"/>
                  <a:pt x="834190" y="818457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5E5413A5-0B33-70BF-A91A-237D5DB8A696}"/>
              </a:ext>
            </a:extLst>
          </p:cNvPr>
          <p:cNvSpPr txBox="1"/>
          <p:nvPr/>
        </p:nvSpPr>
        <p:spPr>
          <a:xfrm>
            <a:off x="4738023" y="129425"/>
            <a:ext cx="240001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ar-EG" sz="3200" b="1" dirty="0">
                <a:ln w="9525">
                  <a:solidFill>
                    <a:sysClr val="windowText" lastClr="000000"/>
                  </a:solidFill>
                  <a:prstDash val="solid"/>
                </a:ln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</a:rPr>
              <a:t>أشكال ورسومات</a:t>
            </a:r>
            <a:endParaRPr lang="en-US" sz="3200" b="1" dirty="0">
              <a:ln w="9525">
                <a:solidFill>
                  <a:sysClr val="windowText" lastClr="000000"/>
                </a:solidFill>
                <a:prstDash val="solid"/>
              </a:ln>
              <a:effectLst>
                <a:outerShdw blurRad="12700" dist="38100" dir="2700000" algn="tl" rotWithShape="0">
                  <a:schemeClr val="bg1">
                    <a:lumMod val="50000"/>
                  </a:schemeClr>
                </a:outerShdw>
              </a:effectLst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3ADCFC8-5462-7C44-AFDA-C889F25463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B96425-C66E-449F-8335-3FF27AC80FA3}" type="slidenum">
              <a:rPr lang="en-US" smtClean="0"/>
              <a:t>3</a:t>
            </a:fld>
            <a:endParaRPr lang="en-US"/>
          </a:p>
        </p:txBody>
      </p:sp>
      <p:sp>
        <p:nvSpPr>
          <p:cNvPr id="5" name="Left Brace 4">
            <a:extLst>
              <a:ext uri="{FF2B5EF4-FFF2-40B4-BE49-F238E27FC236}">
                <a16:creationId xmlns:a16="http://schemas.microsoft.com/office/drawing/2014/main" id="{C1694990-1B8D-E70B-F36D-2EA320536783}"/>
              </a:ext>
            </a:extLst>
          </p:cNvPr>
          <p:cNvSpPr/>
          <p:nvPr/>
        </p:nvSpPr>
        <p:spPr>
          <a:xfrm>
            <a:off x="2534653" y="714200"/>
            <a:ext cx="477374" cy="1949444"/>
          </a:xfrm>
          <a:prstGeom prst="leftBrace">
            <a:avLst/>
          </a:prstGeom>
          <a:solidFill>
            <a:schemeClr val="tx1"/>
          </a:solidFill>
          <a:ln w="762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219035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E1CF752C-52A8-C40F-411F-99ED0657AC4A}"/>
              </a:ext>
            </a:extLst>
          </p:cNvPr>
          <p:cNvSpPr/>
          <p:nvPr/>
        </p:nvSpPr>
        <p:spPr>
          <a:xfrm>
            <a:off x="6096000" y="2185263"/>
            <a:ext cx="2340000" cy="1368000"/>
          </a:xfrm>
          <a:prstGeom prst="rect">
            <a:avLst/>
          </a:prstGeom>
          <a:gradFill rotWithShape="0">
            <a:gsLst>
              <a:gs pos="0">
                <a:srgbClr val="156082"/>
              </a:gs>
              <a:gs pos="100000">
                <a:srgbClr val="E8A33D"/>
              </a:gs>
            </a:gsLst>
            <a:lin ang="2700000"/>
          </a:gradFill>
          <a:ln w="0">
            <a:solidFill>
              <a:srgbClr val="3465A4"/>
            </a:solidFill>
          </a:ln>
        </p:spPr>
        <p:txBody>
          <a:bodyPr lIns="90000" tIns="45000" rIns="90000" bIns="45000" anchor="ctr" anchorCtr="1">
            <a:noAutofit/>
          </a:bodyPr>
          <a:lstStyle/>
          <a:p>
            <a:endParaRPr lang="en-A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701739F9-9F0F-B4BA-E316-98FD5437C634}"/>
              </a:ext>
            </a:extLst>
          </p:cNvPr>
          <p:cNvSpPr/>
          <p:nvPr/>
        </p:nvSpPr>
        <p:spPr>
          <a:xfrm>
            <a:off x="3288000" y="2185263"/>
            <a:ext cx="2340000" cy="1368000"/>
          </a:xfrm>
          <a:prstGeom prst="ellipse">
            <a:avLst/>
          </a:prstGeom>
          <a:gradFill rotWithShape="0">
            <a:gsLst>
              <a:gs pos="0">
                <a:srgbClr val="156082"/>
              </a:gs>
              <a:gs pos="100000">
                <a:srgbClr val="73A0B4"/>
              </a:gs>
            </a:gsLst>
            <a:path path="circle">
              <a:fillToRect l="50000" t="50000" r="50000" b="50000"/>
            </a:path>
          </a:gradFill>
          <a:ln w="0">
            <a:solidFill>
              <a:srgbClr val="3465A4"/>
            </a:solidFill>
          </a:ln>
        </p:spPr>
        <p:txBody>
          <a:bodyPr lIns="90000" tIns="45000" rIns="90000" bIns="45000" anchor="ctr" anchorCtr="1">
            <a:noAutofit/>
          </a:bodyPr>
          <a:lstStyle/>
          <a:p>
            <a:endParaRPr lang="en-A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C5897BB-C371-6420-600F-32664565F108}"/>
              </a:ext>
            </a:extLst>
          </p:cNvPr>
          <p:cNvSpPr txBox="1"/>
          <p:nvPr/>
        </p:nvSpPr>
        <p:spPr>
          <a:xfrm>
            <a:off x="5227012" y="320842"/>
            <a:ext cx="173797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ar-EG" sz="2800" dirty="0"/>
              <a:t>تدرجات لونية</a:t>
            </a:r>
            <a:endParaRPr lang="en-US" sz="2800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F1498E3-726D-B2AE-0EA1-3507BF95D1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B96425-C66E-449F-8335-3FF27AC80FA3}" type="slidenum">
              <a:rPr lang="en-US" smtClean="0"/>
              <a:t>4</a:t>
            </a:fld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7A1E9A7-BC3E-2B47-A21E-FF52AC0DD828}"/>
              </a:ext>
            </a:extLst>
          </p:cNvPr>
          <p:cNvSpPr/>
          <p:nvPr/>
        </p:nvSpPr>
        <p:spPr>
          <a:xfrm>
            <a:off x="3288000" y="4049989"/>
            <a:ext cx="2566737" cy="2197768"/>
          </a:xfrm>
          <a:prstGeom prst="rect">
            <a:avLst/>
          </a:prstGeom>
          <a:gradFill flip="none" rotWithShape="1">
            <a:gsLst>
              <a:gs pos="0">
                <a:srgbClr val="156082"/>
              </a:gs>
              <a:gs pos="20000">
                <a:schemeClr val="accent1">
                  <a:lumMod val="45000"/>
                  <a:lumOff val="55000"/>
                </a:schemeClr>
              </a:gs>
              <a:gs pos="100000">
                <a:srgbClr val="E8A33D"/>
              </a:gs>
            </a:gsLst>
            <a:path path="circle">
              <a:fillToRect l="100000" t="100000"/>
            </a:path>
            <a:tileRect r="-100000" b="-100000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Star: 5 Points 8">
            <a:extLst>
              <a:ext uri="{FF2B5EF4-FFF2-40B4-BE49-F238E27FC236}">
                <a16:creationId xmlns:a16="http://schemas.microsoft.com/office/drawing/2014/main" id="{626371AE-FBEA-79D2-0FB6-7C22BD0B0242}"/>
              </a:ext>
            </a:extLst>
          </p:cNvPr>
          <p:cNvSpPr/>
          <p:nvPr/>
        </p:nvSpPr>
        <p:spPr>
          <a:xfrm>
            <a:off x="6564002" y="3941396"/>
            <a:ext cx="3118339" cy="2414954"/>
          </a:xfrm>
          <a:prstGeom prst="star5">
            <a:avLst/>
          </a:prstGeom>
          <a:gradFill flip="none" rotWithShape="1">
            <a:gsLst>
              <a:gs pos="0">
                <a:srgbClr val="156082"/>
              </a:gs>
              <a:gs pos="100000">
                <a:srgbClr val="E8A33D"/>
              </a:gs>
            </a:gsLst>
            <a:path path="shape">
              <a:fillToRect l="50000" t="50000" r="50000" b="50000"/>
            </a:path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743076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9C4B38-3494-D082-700B-037197CA11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 rtl="1"/>
            <a:r>
              <a:rPr lang="en-US" dirty="0" err="1"/>
              <a:t>تنسيق</a:t>
            </a:r>
            <a:r>
              <a:rPr lang="en-US" dirty="0"/>
              <a:t> </a:t>
            </a:r>
            <a:r>
              <a:rPr lang="en-US" dirty="0" err="1"/>
              <a:t>التعداد</a:t>
            </a:r>
            <a:r>
              <a:rPr lang="en-US" dirty="0"/>
              <a:t> </a:t>
            </a:r>
            <a:r>
              <a:rPr lang="en-US" dirty="0" err="1"/>
              <a:t>النقطي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299ABB-134E-4F34-C4A9-46A1A90FA3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60448"/>
            <a:ext cx="3998976" cy="5032375"/>
          </a:xfrm>
        </p:spPr>
        <p:txBody>
          <a:bodyPr/>
          <a:lstStyle/>
          <a:p>
            <a:r>
              <a:rPr lang="en-US" dirty="0" err="1"/>
              <a:t>نقطة</a:t>
            </a:r>
            <a:r>
              <a:rPr lang="en-US" dirty="0"/>
              <a:t> </a:t>
            </a:r>
            <a:r>
              <a:rPr lang="en-US" dirty="0" err="1"/>
              <a:t>افتراضية</a:t>
            </a:r>
            <a:endParaRPr lang="en-US" dirty="0"/>
          </a:p>
          <a:p>
            <a:pPr>
              <a:buClr>
                <a:srgbClr val="FF0000"/>
              </a:buClr>
              <a:buSzPct val="150000"/>
            </a:pPr>
            <a:r>
              <a:rPr lang="en-US" dirty="0" err="1"/>
              <a:t>نقطة</a:t>
            </a:r>
            <a:r>
              <a:rPr lang="en-US" dirty="0"/>
              <a:t> </a:t>
            </a:r>
            <a:r>
              <a:rPr lang="en-US" dirty="0" err="1"/>
              <a:t>حمراء</a:t>
            </a:r>
            <a:r>
              <a:rPr lang="en-US" dirty="0"/>
              <a:t> </a:t>
            </a:r>
            <a:r>
              <a:rPr lang="en-US" dirty="0" err="1"/>
              <a:t>كبيرة</a:t>
            </a:r>
            <a:endParaRPr lang="en-US" dirty="0"/>
          </a:p>
          <a:p>
            <a:pPr>
              <a:buClr>
                <a:srgbClr val="FF0000"/>
              </a:buClr>
              <a:buSzPct val="150000"/>
              <a:buFont typeface="Wingdings" panose="05000000000000000000" pitchFamily="2" charset="2"/>
              <a:buChar char="q"/>
            </a:pP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نقطة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بخط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مختلف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buClr>
                <a:schemeClr val="tx1"/>
              </a:buClr>
              <a:buSzPct val="150000"/>
              <a:buFont typeface="Wingdings" panose="05000000000000000000" pitchFamily="2" charset="2"/>
              <a:buChar char="ü"/>
            </a:pPr>
            <a:r>
              <a:rPr lang="en-US" dirty="0" err="1"/>
              <a:t>نقطة</a:t>
            </a:r>
            <a:r>
              <a:rPr lang="en-US" dirty="0"/>
              <a:t> </a:t>
            </a:r>
            <a:r>
              <a:rPr lang="en-US" dirty="0" err="1"/>
              <a:t>بخط</a:t>
            </a:r>
            <a:r>
              <a:rPr lang="en-US" dirty="0"/>
              <a:t> </a:t>
            </a:r>
            <a:r>
              <a:rPr lang="en-US" dirty="0" err="1"/>
              <a:t>مختلف</a:t>
            </a:r>
            <a:endParaRPr lang="en-US" dirty="0"/>
          </a:p>
          <a:p>
            <a:pPr>
              <a:buClr>
                <a:schemeClr val="tx1"/>
              </a:buClr>
              <a:buSzPct val="150000"/>
              <a:buFont typeface="Wingdings" panose="05000000000000000000" pitchFamily="2" charset="2"/>
              <a:buChar char="ü"/>
            </a:pP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indent="-514350">
              <a:buClr>
                <a:schemeClr val="tx1"/>
              </a:buClr>
              <a:buSzPct val="150000"/>
              <a:buFont typeface="+mj-lt"/>
              <a:buAutoNum type="arabicPeriod"/>
            </a:pPr>
            <a:r>
              <a:rPr lang="en-US" sz="1800" dirty="0" err="1"/>
              <a:t>بند</a:t>
            </a:r>
            <a:r>
              <a:rPr lang="en-US" sz="1800" dirty="0"/>
              <a:t> </a:t>
            </a:r>
            <a:r>
              <a:rPr lang="en-US" sz="1800" dirty="0" err="1"/>
              <a:t>أول</a:t>
            </a:r>
            <a:endParaRPr lang="en-US" sz="1800" dirty="0"/>
          </a:p>
          <a:p>
            <a:pPr marL="514350" indent="-514350">
              <a:buClr>
                <a:schemeClr val="tx1"/>
              </a:buClr>
              <a:buSzPct val="150000"/>
              <a:buFont typeface="+mj-lt"/>
              <a:buAutoNum type="arabicPeriod"/>
            </a:pPr>
            <a:r>
              <a:rPr lang="en-US" sz="1800" dirty="0" err="1"/>
              <a:t>بند</a:t>
            </a:r>
            <a:r>
              <a:rPr lang="en-US" sz="1800" dirty="0"/>
              <a:t> </a:t>
            </a:r>
            <a:r>
              <a:rPr lang="en-US" sz="1800" dirty="0" err="1"/>
              <a:t>ثاني</a:t>
            </a:r>
            <a:endParaRPr lang="en-US" sz="1800" dirty="0"/>
          </a:p>
          <a:p>
            <a:pPr marL="514350" indent="-514350">
              <a:buClr>
                <a:schemeClr val="tx1"/>
              </a:buClr>
              <a:buSzPct val="150000"/>
              <a:buFont typeface="+mj-lt"/>
              <a:buAutoNum type="arabicPeriod"/>
            </a:pP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>
              <a:buClr>
                <a:schemeClr val="tx1"/>
              </a:buClr>
              <a:buSzPct val="100000"/>
              <a:buFont typeface="+mj-lt"/>
              <a:buAutoNum type="alphaLcParenR"/>
            </a:pPr>
            <a:r>
              <a:rPr lang="en-US" sz="2000" dirty="0" err="1"/>
              <a:t>بند</a:t>
            </a:r>
            <a:r>
              <a:rPr lang="en-US" sz="2000" dirty="0"/>
              <a:t> أ</a:t>
            </a:r>
          </a:p>
          <a:p>
            <a:pPr marL="342900" indent="-342900">
              <a:buClr>
                <a:schemeClr val="tx1"/>
              </a:buClr>
              <a:buSzPct val="100000"/>
              <a:buFont typeface="+mj-lt"/>
              <a:buAutoNum type="alphaLcParenR"/>
            </a:pPr>
            <a:r>
              <a:rPr lang="en-US" sz="2000" dirty="0" err="1"/>
              <a:t>بند</a:t>
            </a:r>
            <a:r>
              <a:rPr lang="en-US" sz="2000" dirty="0"/>
              <a:t> ب</a:t>
            </a:r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E49C9C-794A-83A5-5C86-3F5CC58C4E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B96425-C66E-449F-8335-3FF27AC80FA3}" type="slidenum">
              <a:rPr lang="en-US" smtClean="0"/>
              <a:t>5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0D63292-8167-76AE-2523-D320EDBCF5CE}"/>
              </a:ext>
            </a:extLst>
          </p:cNvPr>
          <p:cNvSpPr txBox="1"/>
          <p:nvPr/>
        </p:nvSpPr>
        <p:spPr>
          <a:xfrm>
            <a:off x="6702552" y="1690688"/>
            <a:ext cx="508406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00050" indent="-400050">
              <a:buFont typeface="+mj-lt"/>
              <a:buAutoNum type="romanLcPeriod"/>
            </a:pPr>
            <a:r>
              <a:rPr lang="en-US" dirty="0" err="1"/>
              <a:t>بند</a:t>
            </a:r>
            <a:r>
              <a:rPr lang="en-US" dirty="0"/>
              <a:t> I</a:t>
            </a:r>
          </a:p>
          <a:p>
            <a:pPr marL="400050" indent="-400050">
              <a:buFont typeface="+mj-lt"/>
              <a:buAutoNum type="romanLcPeriod"/>
            </a:pPr>
            <a:r>
              <a:rPr lang="en-US" dirty="0" err="1"/>
              <a:t>بند</a:t>
            </a:r>
            <a:r>
              <a:rPr lang="en-US" dirty="0"/>
              <a:t> ii</a:t>
            </a:r>
          </a:p>
          <a:p>
            <a:pPr marL="400050" indent="-400050">
              <a:buFont typeface="+mj-lt"/>
              <a:buAutoNum type="romanLcPeriod"/>
            </a:pPr>
            <a:endParaRPr lang="en-US" dirty="0"/>
          </a:p>
          <a:p>
            <a:pPr marL="285750" indent="-285750">
              <a:buBlip>
                <a:blip>
                  <a:extLst>
                    <a:ext uri="{96DAC541-7B7A-43D3-8B79-37D633B846F1}">
                      <asvg:svgBlip xmlns:asvg="http://schemas.microsoft.com/office/drawing/2016/SVG/main" r:embed="rId2"/>
                    </a:ext>
                  </a:extLst>
                </a:blip>
              </a:buBlip>
            </a:pPr>
            <a:r>
              <a:rPr lang="en-US" dirty="0" err="1"/>
              <a:t>نقطة</a:t>
            </a:r>
            <a:r>
              <a:rPr lang="en-US" dirty="0"/>
              <a:t> </a:t>
            </a:r>
            <a:r>
              <a:rPr lang="en-US" dirty="0" err="1"/>
              <a:t>مصورة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5641033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268FDF2-7EC7-CC95-B3EE-9C1F612FA1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B96425-C66E-449F-8335-3FF27AC80FA3}" type="slidenum">
              <a:rPr lang="en-US" smtClean="0"/>
              <a:t>6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DFB838D-35CF-4BF5-F2AE-23EE6548C9DA}"/>
              </a:ext>
            </a:extLst>
          </p:cNvPr>
          <p:cNvSpPr txBox="1"/>
          <p:nvPr/>
        </p:nvSpPr>
        <p:spPr>
          <a:xfrm>
            <a:off x="4864608" y="731520"/>
            <a:ext cx="146867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 err="1">
                <a:gradFill flip="none" rotWithShape="1">
                  <a:gsLst>
                    <a:gs pos="0">
                      <a:schemeClr val="tx1">
                        <a:tint val="66000"/>
                        <a:satMod val="160000"/>
                      </a:schemeClr>
                    </a:gs>
                    <a:gs pos="50000">
                      <a:schemeClr val="tx1">
                        <a:tint val="44500"/>
                        <a:satMod val="160000"/>
                      </a:schemeClr>
                    </a:gs>
                    <a:gs pos="100000">
                      <a:schemeClr val="tx1">
                        <a:tint val="23500"/>
                        <a:satMod val="16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</a:rPr>
              <a:t>نص</a:t>
            </a:r>
            <a:r>
              <a:rPr lang="en-US" sz="2800" b="1" dirty="0">
                <a:gradFill flip="none" rotWithShape="1">
                  <a:gsLst>
                    <a:gs pos="0">
                      <a:schemeClr val="tx1">
                        <a:tint val="66000"/>
                        <a:satMod val="160000"/>
                      </a:schemeClr>
                    </a:gs>
                    <a:gs pos="50000">
                      <a:schemeClr val="tx1">
                        <a:tint val="44500"/>
                        <a:satMod val="160000"/>
                      </a:schemeClr>
                    </a:gs>
                    <a:gs pos="100000">
                      <a:schemeClr val="tx1">
                        <a:tint val="23500"/>
                        <a:satMod val="16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</a:rPr>
              <a:t> </a:t>
            </a:r>
            <a:r>
              <a:rPr lang="en-US" sz="2800" b="1" dirty="0" err="1">
                <a:gradFill flip="none" rotWithShape="1">
                  <a:gsLst>
                    <a:gs pos="0">
                      <a:schemeClr val="tx1">
                        <a:tint val="66000"/>
                        <a:satMod val="160000"/>
                      </a:schemeClr>
                    </a:gs>
                    <a:gs pos="50000">
                      <a:schemeClr val="tx1">
                        <a:tint val="44500"/>
                        <a:satMod val="160000"/>
                      </a:schemeClr>
                    </a:gs>
                    <a:gs pos="100000">
                      <a:schemeClr val="tx1">
                        <a:tint val="23500"/>
                        <a:satMod val="16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</a:rPr>
              <a:t>متدرج</a:t>
            </a:r>
            <a:endParaRPr lang="en-US" sz="2800" b="1" dirty="0">
              <a:gradFill flip="none" rotWithShape="1">
                <a:gsLst>
                  <a:gs pos="0">
                    <a:schemeClr val="tx1">
                      <a:tint val="66000"/>
                      <a:satMod val="160000"/>
                    </a:schemeClr>
                  </a:gs>
                  <a:gs pos="50000">
                    <a:schemeClr val="tx1">
                      <a:tint val="44500"/>
                      <a:satMod val="160000"/>
                    </a:schemeClr>
                  </a:gs>
                  <a:gs pos="100000">
                    <a:schemeClr val="tx1">
                      <a:tint val="23500"/>
                      <a:satMod val="16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A38F59A-13DF-7598-2914-7F0A4CF4B808}"/>
              </a:ext>
            </a:extLst>
          </p:cNvPr>
          <p:cNvSpPr txBox="1"/>
          <p:nvPr/>
        </p:nvSpPr>
        <p:spPr>
          <a:xfrm>
            <a:off x="4864608" y="1792224"/>
            <a:ext cx="147668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>
                <a:effectLst>
                  <a:glow rad="228600">
                    <a:schemeClr val="accent2">
                      <a:satMod val="175000"/>
                      <a:alpha val="40000"/>
                    </a:schemeClr>
                  </a:glow>
                </a:effectLst>
              </a:rPr>
              <a:t>نص</a:t>
            </a:r>
            <a:r>
              <a:rPr lang="en-US" sz="2800" dirty="0">
                <a:effectLst>
                  <a:glow rad="228600">
                    <a:schemeClr val="accent2">
                      <a:satMod val="175000"/>
                      <a:alpha val="40000"/>
                    </a:schemeClr>
                  </a:glow>
                </a:effectLst>
              </a:rPr>
              <a:t> </a:t>
            </a:r>
            <a:r>
              <a:rPr lang="en-US" sz="2800" dirty="0" err="1">
                <a:effectLst>
                  <a:glow rad="228600">
                    <a:schemeClr val="accent2">
                      <a:satMod val="175000"/>
                      <a:alpha val="40000"/>
                    </a:schemeClr>
                  </a:glow>
                </a:effectLst>
              </a:rPr>
              <a:t>متوهج</a:t>
            </a:r>
            <a:endParaRPr lang="en-US" sz="2800" dirty="0">
              <a:effectLst>
                <a:glow rad="228600">
                  <a:schemeClr val="accent2">
                    <a:satMod val="175000"/>
                    <a:alpha val="40000"/>
                  </a:schemeClr>
                </a:glow>
              </a:effectLst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5BB244-C48E-02A9-F82E-8FE4AD57EB61}"/>
              </a:ext>
            </a:extLst>
          </p:cNvPr>
          <p:cNvSpPr txBox="1"/>
          <p:nvPr/>
        </p:nvSpPr>
        <p:spPr>
          <a:xfrm>
            <a:off x="4858280" y="2852928"/>
            <a:ext cx="1426994" cy="523220"/>
          </a:xfrm>
          <a:prstGeom prst="rect">
            <a:avLst/>
          </a:prstGeom>
          <a:noFill/>
        </p:spPr>
        <p:txBody>
          <a:bodyPr wrap="none" rtlCol="0">
            <a:prstTxWarp prst="textArchUp">
              <a:avLst/>
            </a:prstTxWarp>
            <a:spAutoFit/>
          </a:bodyPr>
          <a:lstStyle/>
          <a:p>
            <a:r>
              <a:rPr lang="en-US" sz="2800" dirty="0" err="1"/>
              <a:t>نص</a:t>
            </a:r>
            <a:r>
              <a:rPr lang="en-US" sz="2800" dirty="0"/>
              <a:t> </a:t>
            </a:r>
            <a:r>
              <a:rPr lang="en-US" sz="2800" dirty="0" err="1"/>
              <a:t>مقوس</a:t>
            </a:r>
            <a:endParaRPr lang="en-US" sz="28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68D2827-ADE2-6341-2663-3AE0AF73D89A}"/>
              </a:ext>
            </a:extLst>
          </p:cNvPr>
          <p:cNvSpPr txBox="1"/>
          <p:nvPr/>
        </p:nvSpPr>
        <p:spPr>
          <a:xfrm>
            <a:off x="4430278" y="3834671"/>
            <a:ext cx="2282997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 err="1">
                <a:ln>
                  <a:solidFill>
                    <a:schemeClr val="tx1"/>
                  </a:solidFill>
                </a:ln>
                <a:noFill/>
              </a:rPr>
              <a:t>نص</a:t>
            </a:r>
            <a:r>
              <a:rPr lang="en-US" sz="4000" dirty="0">
                <a:ln>
                  <a:solidFill>
                    <a:schemeClr val="tx1"/>
                  </a:solidFill>
                </a:ln>
                <a:noFill/>
              </a:rPr>
              <a:t> </a:t>
            </a:r>
            <a:r>
              <a:rPr lang="en-US" sz="4000" dirty="0" err="1">
                <a:ln>
                  <a:solidFill>
                    <a:schemeClr val="tx1"/>
                  </a:solidFill>
                </a:ln>
                <a:noFill/>
              </a:rPr>
              <a:t>بلا</a:t>
            </a:r>
            <a:r>
              <a:rPr lang="en-US" sz="4000" dirty="0">
                <a:ln>
                  <a:solidFill>
                    <a:schemeClr val="tx1"/>
                  </a:solidFill>
                </a:ln>
                <a:noFill/>
              </a:rPr>
              <a:t> </a:t>
            </a:r>
            <a:r>
              <a:rPr lang="en-US" sz="4000" dirty="0" err="1">
                <a:ln>
                  <a:solidFill>
                    <a:schemeClr val="tx1"/>
                  </a:solidFill>
                </a:ln>
                <a:noFill/>
              </a:rPr>
              <a:t>تعبئة</a:t>
            </a:r>
            <a:endParaRPr lang="en-US" sz="4000" dirty="0">
              <a:ln>
                <a:solidFill>
                  <a:schemeClr val="tx1"/>
                </a:solidFill>
              </a:ln>
              <a:noFill/>
            </a:endParaRPr>
          </a:p>
        </p:txBody>
      </p:sp>
      <p:sp>
        <p:nvSpPr>
          <p:cNvPr id="9" name="TextBox 8">
            <a:hlinkClick r:id="rId2"/>
            <a:extLst>
              <a:ext uri="{FF2B5EF4-FFF2-40B4-BE49-F238E27FC236}">
                <a16:creationId xmlns:a16="http://schemas.microsoft.com/office/drawing/2014/main" id="{877925D8-C03E-085A-776B-608D6DBBE262}"/>
              </a:ext>
            </a:extLst>
          </p:cNvPr>
          <p:cNvSpPr txBox="1"/>
          <p:nvPr/>
        </p:nvSpPr>
        <p:spPr>
          <a:xfrm>
            <a:off x="4643477" y="5138928"/>
            <a:ext cx="185659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u="sng" dirty="0" err="1">
                <a:solidFill>
                  <a:srgbClr val="0000FF"/>
                </a:solidFill>
              </a:rPr>
              <a:t>رابط</a:t>
            </a:r>
            <a:r>
              <a:rPr lang="en-US" sz="3200" u="sng" dirty="0">
                <a:solidFill>
                  <a:srgbClr val="0000FF"/>
                </a:solidFill>
              </a:rPr>
              <a:t> </a:t>
            </a:r>
            <a:r>
              <a:rPr lang="en-US" sz="3200" u="sng" dirty="0" err="1">
                <a:solidFill>
                  <a:srgbClr val="0000FF"/>
                </a:solidFill>
              </a:rPr>
              <a:t>تجريبي</a:t>
            </a:r>
            <a:endParaRPr lang="en-US" sz="3200" u="sng" dirty="0">
              <a:solidFill>
                <a:srgbClr val="0000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7208695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CAC54A0-2C2A-2295-699B-4312C57437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B96425-C66E-449F-8335-3FF27AC80FA3}" type="slidenum">
              <a:rPr lang="en-US" smtClean="0"/>
              <a:t>7</a:t>
            </a:fld>
            <a:endParaRPr lang="en-US"/>
          </a:p>
        </p:txBody>
      </p:sp>
      <p:sp>
        <p:nvSpPr>
          <p:cNvPr id="5" name="Title">
            <a:extLst>
              <a:ext uri="{FF2B5EF4-FFF2-40B4-BE49-F238E27FC236}">
                <a16:creationId xmlns:a16="http://schemas.microsoft.com/office/drawing/2014/main" id="{C36737DA-7BD7-DFE8-AC9F-826CB17FF43F}"/>
              </a:ext>
            </a:extLst>
          </p:cNvPr>
          <p:cNvSpPr txBox="1"/>
          <p:nvPr/>
        </p:nvSpPr>
        <p:spPr>
          <a:xfrm>
            <a:off x="0" y="304800"/>
            <a:ext cx="12192000" cy="52322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 rtl="1"/>
            <a:r>
              <a:rPr lang="ar-EG" sz="2800"/>
              <a:t>تعبئة الأشكال</a:t>
            </a:r>
            <a:endParaRPr lang="en-US" sz="2800"/>
          </a:p>
        </p:txBody>
      </p:sp>
      <p:sp>
        <p:nvSpPr>
          <p:cNvPr id="6" name="Pattern DkDnDiag">
            <a:extLst>
              <a:ext uri="{FF2B5EF4-FFF2-40B4-BE49-F238E27FC236}">
                <a16:creationId xmlns:a16="http://schemas.microsoft.com/office/drawing/2014/main" id="{15483228-F1E7-72FD-8D19-78488A42FF6E}"/>
              </a:ext>
            </a:extLst>
          </p:cNvPr>
          <p:cNvSpPr/>
          <p:nvPr/>
        </p:nvSpPr>
        <p:spPr>
          <a:xfrm>
            <a:off x="1397000" y="1397000"/>
            <a:ext cx="2794000" cy="1524000"/>
          </a:xfrm>
          <a:prstGeom prst="rect">
            <a:avLst/>
          </a:prstGeom>
          <a:pattFill prst="dkDnDiag">
            <a:fgClr>
              <a:srgbClr val="156082"/>
            </a:fgClr>
            <a:bgClr>
              <a:srgbClr val="FFFFFF"/>
            </a:bgClr>
          </a:pattFill>
          <a:ln>
            <a:solidFill>
              <a:srgbClr val="3465A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E52FAF7-7905-4983-9E2C-6041B4809B66}"/>
              </a:ext>
            </a:extLst>
          </p:cNvPr>
          <p:cNvSpPr txBox="1"/>
          <p:nvPr/>
        </p:nvSpPr>
        <p:spPr>
          <a:xfrm>
            <a:off x="1397000" y="2997200"/>
            <a:ext cx="2794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 rtl="1"/>
            <a:r>
              <a:rPr lang="ar-EG" sz="1400"/>
              <a:t>نقش قطري</a:t>
            </a:r>
            <a:endParaRPr lang="en-US" sz="1400"/>
          </a:p>
        </p:txBody>
      </p:sp>
      <p:sp>
        <p:nvSpPr>
          <p:cNvPr id="8" name="Pattern SmGrid">
            <a:extLst>
              <a:ext uri="{FF2B5EF4-FFF2-40B4-BE49-F238E27FC236}">
                <a16:creationId xmlns:a16="http://schemas.microsoft.com/office/drawing/2014/main" id="{F845FC1C-649D-B50B-5F2C-648705F24B07}"/>
              </a:ext>
            </a:extLst>
          </p:cNvPr>
          <p:cNvSpPr/>
          <p:nvPr/>
        </p:nvSpPr>
        <p:spPr>
          <a:xfrm>
            <a:off x="4699000" y="1397000"/>
            <a:ext cx="2794000" cy="1524000"/>
          </a:xfrm>
          <a:prstGeom prst="ellipse">
            <a:avLst/>
          </a:prstGeom>
          <a:pattFill prst="smGrid">
            <a:fgClr>
              <a:srgbClr val="E8A33D"/>
            </a:fgClr>
            <a:bgClr>
              <a:srgbClr val="FFF4E0"/>
            </a:bgClr>
          </a:pattFill>
          <a:ln>
            <a:solidFill>
              <a:srgbClr val="3465A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2118660-239A-461F-5882-126F15872D8B}"/>
              </a:ext>
            </a:extLst>
          </p:cNvPr>
          <p:cNvSpPr txBox="1"/>
          <p:nvPr/>
        </p:nvSpPr>
        <p:spPr>
          <a:xfrm>
            <a:off x="4699000" y="2997200"/>
            <a:ext cx="2794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 rtl="1"/>
            <a:r>
              <a:rPr lang="ar-EG" sz="1400"/>
              <a:t>نقش شبكي</a:t>
            </a:r>
            <a:endParaRPr lang="en-US" sz="1400"/>
          </a:p>
        </p:txBody>
      </p:sp>
      <p:sp>
        <p:nvSpPr>
          <p:cNvPr id="10" name="Picture Stretch">
            <a:extLst>
              <a:ext uri="{FF2B5EF4-FFF2-40B4-BE49-F238E27FC236}">
                <a16:creationId xmlns:a16="http://schemas.microsoft.com/office/drawing/2014/main" id="{D4324C07-044C-B35C-9893-D449D18F2C43}"/>
              </a:ext>
            </a:extLst>
          </p:cNvPr>
          <p:cNvSpPr/>
          <p:nvPr/>
        </p:nvSpPr>
        <p:spPr>
          <a:xfrm>
            <a:off x="8001000" y="1397000"/>
            <a:ext cx="2794000" cy="1524000"/>
          </a:xfrm>
          <a:prstGeom prst="roundRect">
            <a:avLst/>
          </a:prstGeom>
          <a:blipFill>
            <a:blip r:embed="rId2"/>
            <a:stretch>
              <a:fillRect/>
            </a:stretch>
          </a:blipFill>
          <a:ln>
            <a:solidFill>
              <a:srgbClr val="3465A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00B074A-7629-38FF-085F-2B5CC7222809}"/>
              </a:ext>
            </a:extLst>
          </p:cNvPr>
          <p:cNvSpPr txBox="1"/>
          <p:nvPr/>
        </p:nvSpPr>
        <p:spPr>
          <a:xfrm>
            <a:off x="8001000" y="2997200"/>
            <a:ext cx="2794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 rtl="1"/>
            <a:r>
              <a:rPr lang="ar-EG" sz="1400"/>
              <a:t>صورة ممتدة</a:t>
            </a:r>
            <a:endParaRPr lang="en-US" sz="1400"/>
          </a:p>
        </p:txBody>
      </p:sp>
      <p:sp>
        <p:nvSpPr>
          <p:cNvPr id="12" name="Picture Tile">
            <a:extLst>
              <a:ext uri="{FF2B5EF4-FFF2-40B4-BE49-F238E27FC236}">
                <a16:creationId xmlns:a16="http://schemas.microsoft.com/office/drawing/2014/main" id="{8D6DB55D-F0A6-C8F9-4607-509E7E911266}"/>
              </a:ext>
            </a:extLst>
          </p:cNvPr>
          <p:cNvSpPr/>
          <p:nvPr/>
        </p:nvSpPr>
        <p:spPr>
          <a:xfrm>
            <a:off x="1397000" y="3810000"/>
            <a:ext cx="2794000" cy="1524000"/>
          </a:xfrm>
          <a:prstGeom prst="rect">
            <a:avLst/>
          </a:prstGeom>
          <a:blipFill dpi="0" rotWithShape="1">
            <a:blip r:embed="rId3"/>
            <a:srcRect/>
            <a:tile tx="0" ty="0" sx="25000" sy="25000" flip="none" algn="tl"/>
          </a:blipFill>
          <a:ln>
            <a:solidFill>
              <a:srgbClr val="3465A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FE1923A-CBB8-BA4E-E263-990F94D98BED}"/>
              </a:ext>
            </a:extLst>
          </p:cNvPr>
          <p:cNvSpPr txBox="1"/>
          <p:nvPr/>
        </p:nvSpPr>
        <p:spPr>
          <a:xfrm>
            <a:off x="1397000" y="5410200"/>
            <a:ext cx="2794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 rtl="1"/>
            <a:r>
              <a:rPr lang="ar-EG" sz="1400"/>
              <a:t>صورة مبلطة</a:t>
            </a:r>
            <a:endParaRPr lang="en-US" sz="1400"/>
          </a:p>
        </p:txBody>
      </p:sp>
      <p:sp>
        <p:nvSpPr>
          <p:cNvPr id="14" name="Gradient Rect Corner">
            <a:extLst>
              <a:ext uri="{FF2B5EF4-FFF2-40B4-BE49-F238E27FC236}">
                <a16:creationId xmlns:a16="http://schemas.microsoft.com/office/drawing/2014/main" id="{E88EB776-5AC8-F69A-B98E-2146BCB66E90}"/>
              </a:ext>
            </a:extLst>
          </p:cNvPr>
          <p:cNvSpPr/>
          <p:nvPr/>
        </p:nvSpPr>
        <p:spPr>
          <a:xfrm>
            <a:off x="4699000" y="3810000"/>
            <a:ext cx="2794000" cy="1524000"/>
          </a:xfrm>
          <a:prstGeom prst="rect">
            <a:avLst/>
          </a:prstGeom>
          <a:gradFill flip="none" rotWithShape="1">
            <a:gsLst>
              <a:gs pos="0">
                <a:srgbClr val="156082"/>
              </a:gs>
              <a:gs pos="100000">
                <a:srgbClr val="E8A33D"/>
              </a:gs>
            </a:gsLst>
            <a:path path="rect">
              <a:fillToRect r="100000" b="100000"/>
            </a:path>
            <a:tileRect l="-100000" t="-100000"/>
          </a:gradFill>
          <a:ln>
            <a:solidFill>
              <a:srgbClr val="3465A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3CB98CA-908A-D857-EFF8-692A27825DD4}"/>
              </a:ext>
            </a:extLst>
          </p:cNvPr>
          <p:cNvSpPr txBox="1"/>
          <p:nvPr/>
        </p:nvSpPr>
        <p:spPr>
          <a:xfrm>
            <a:off x="4699000" y="5410200"/>
            <a:ext cx="2794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 rtl="1"/>
            <a:r>
              <a:rPr lang="ar-EG" sz="1400"/>
              <a:t>تدرج من الزاوية</a:t>
            </a:r>
            <a:endParaRPr lang="en-US" sz="1400"/>
          </a:p>
        </p:txBody>
      </p:sp>
      <p:sp>
        <p:nvSpPr>
          <p:cNvPr id="16" name="Gradient Rect Center">
            <a:extLst>
              <a:ext uri="{FF2B5EF4-FFF2-40B4-BE49-F238E27FC236}">
                <a16:creationId xmlns:a16="http://schemas.microsoft.com/office/drawing/2014/main" id="{F1372FEB-D20E-6452-C530-64ADC223BFB7}"/>
              </a:ext>
            </a:extLst>
          </p:cNvPr>
          <p:cNvSpPr/>
          <p:nvPr/>
        </p:nvSpPr>
        <p:spPr>
          <a:xfrm>
            <a:off x="8001000" y="3810000"/>
            <a:ext cx="2794000" cy="1524000"/>
          </a:xfrm>
          <a:prstGeom prst="rect">
            <a:avLst/>
          </a:prstGeom>
          <a:gradFill flip="none" rotWithShape="1">
            <a:gsLst>
              <a:gs pos="0">
                <a:srgbClr val="156082"/>
              </a:gs>
              <a:gs pos="100000">
                <a:srgbClr val="E8A33D"/>
              </a:gs>
            </a:gsLst>
            <a:path path="rect">
              <a:fillToRect l="50000" t="50000" r="50000" b="50000"/>
            </a:path>
            <a:tileRect/>
          </a:gradFill>
          <a:ln>
            <a:solidFill>
              <a:srgbClr val="3465A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A4D21E9-6FB5-EF14-4D97-EC92894422AA}"/>
              </a:ext>
            </a:extLst>
          </p:cNvPr>
          <p:cNvSpPr txBox="1"/>
          <p:nvPr/>
        </p:nvSpPr>
        <p:spPr>
          <a:xfrm>
            <a:off x="8001000" y="5410200"/>
            <a:ext cx="2794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 rtl="1"/>
            <a:r>
              <a:rPr lang="ar-EG" sz="1400"/>
              <a:t>تدرج مستطيل</a:t>
            </a:r>
            <a:endParaRPr lang="en-US" sz="1400"/>
          </a:p>
        </p:txBody>
      </p:sp>
    </p:spTree>
    <p:extLst>
      <p:ext uri="{BB962C8B-B14F-4D97-AF65-F5344CB8AC3E}">
        <p14:creationId xmlns:p14="http://schemas.microsoft.com/office/powerpoint/2010/main" val="405891946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pattFill prst="dkDnDiag">
          <a:fgClr>
            <a:srgbClr val="D6E4F0"/>
          </a:fgClr>
          <a:bgClr>
            <a:srgbClr val="FFFFFF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31CFB03-1D64-2EF8-7704-9F878047DA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B96425-C66E-449F-8335-3FF27AC80FA3}" type="slidenum">
              <a:rPr lang="en-US" smtClean="0"/>
              <a:t>8</a:t>
            </a:fld>
            <a:endParaRPr lang="en-US"/>
          </a:p>
        </p:txBody>
      </p:sp>
      <p:sp>
        <p:nvSpPr>
          <p:cNvPr id="5" name="Title">
            <a:extLst>
              <a:ext uri="{FF2B5EF4-FFF2-40B4-BE49-F238E27FC236}">
                <a16:creationId xmlns:a16="http://schemas.microsoft.com/office/drawing/2014/main" id="{4C564994-362B-1270-D7D7-3019B6E7D7C7}"/>
              </a:ext>
            </a:extLst>
          </p:cNvPr>
          <p:cNvSpPr txBox="1"/>
          <p:nvPr/>
        </p:nvSpPr>
        <p:spPr>
          <a:xfrm>
            <a:off x="0" y="304800"/>
            <a:ext cx="12192000" cy="52322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 rtl="1"/>
            <a:r>
              <a:rPr lang="ar-EG" sz="2800"/>
              <a:t>خلفية بنقش</a:t>
            </a:r>
            <a:endParaRPr lang="en-US" sz="2800"/>
          </a:p>
        </p:txBody>
      </p:sp>
    </p:spTree>
    <p:extLst>
      <p:ext uri="{BB962C8B-B14F-4D97-AF65-F5344CB8AC3E}">
        <p14:creationId xmlns:p14="http://schemas.microsoft.com/office/powerpoint/2010/main" val="111479052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/>
          <a:srcRect/>
          <a:tile tx="0" ty="0" sx="30000" sy="30000" flip="none" algn="tl"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96C618-0D31-43E2-259C-DBFFA3BE20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B96425-C66E-449F-8335-3FF27AC80FA3}" type="slidenum">
              <a:rPr lang="en-US" smtClean="0"/>
              <a:t>9</a:t>
            </a:fld>
            <a:endParaRPr lang="en-US"/>
          </a:p>
        </p:txBody>
      </p:sp>
      <p:sp>
        <p:nvSpPr>
          <p:cNvPr id="5" name="Title">
            <a:extLst>
              <a:ext uri="{FF2B5EF4-FFF2-40B4-BE49-F238E27FC236}">
                <a16:creationId xmlns:a16="http://schemas.microsoft.com/office/drawing/2014/main" id="{FBEF187B-6343-0390-2380-0609F74A8429}"/>
              </a:ext>
            </a:extLst>
          </p:cNvPr>
          <p:cNvSpPr txBox="1"/>
          <p:nvPr/>
        </p:nvSpPr>
        <p:spPr>
          <a:xfrm>
            <a:off x="0" y="304800"/>
            <a:ext cx="12192000" cy="52322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 rtl="1"/>
            <a:r>
              <a:rPr lang="ar-EG" sz="2800"/>
              <a:t>خلفية مبلطة</a:t>
            </a:r>
            <a:endParaRPr lang="en-US" sz="2800"/>
          </a:p>
        </p:txBody>
      </p:sp>
    </p:spTree>
    <p:extLst>
      <p:ext uri="{BB962C8B-B14F-4D97-AF65-F5344CB8AC3E}">
        <p14:creationId xmlns:p14="http://schemas.microsoft.com/office/powerpoint/2010/main" val="168150200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CF73C67-6A8A-5856-CE07-81FF7A1241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B96425-C66E-449F-8335-3FF27AC80FA3}" type="slidenum">
              <a:rPr lang="en-US" smtClean="0"/>
              <a:t>10</a:t>
            </a:fld>
            <a:endParaRPr lang="en-US"/>
          </a:p>
        </p:txBody>
      </p:sp>
      <p:sp>
        <p:nvSpPr>
          <p:cNvPr id="5" name="Title">
            <a:extLst>
              <a:ext uri="{FF2B5EF4-FFF2-40B4-BE49-F238E27FC236}">
                <a16:creationId xmlns:a16="http://schemas.microsoft.com/office/drawing/2014/main" id="{34958500-4107-66AD-9E57-FD96394F86E1}"/>
              </a:ext>
            </a:extLst>
          </p:cNvPr>
          <p:cNvSpPr txBox="1"/>
          <p:nvPr/>
        </p:nvSpPr>
        <p:spPr>
          <a:xfrm>
            <a:off x="0" y="304800"/>
            <a:ext cx="12192000" cy="52322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 rtl="1"/>
            <a:r>
              <a:rPr lang="ar-EG" sz="2800"/>
              <a:t>جدول بتعبئة</a:t>
            </a:r>
            <a:endParaRPr lang="en-US" sz="2800"/>
          </a:p>
        </p:txBody>
      </p:sp>
      <p:graphicFrame>
        <p:nvGraphicFramePr>
          <p:cNvPr id="6" name="Filled Table">
            <a:extLst>
              <a:ext uri="{FF2B5EF4-FFF2-40B4-BE49-F238E27FC236}">
                <a16:creationId xmlns:a16="http://schemas.microsoft.com/office/drawing/2014/main" id="{6AFD34C4-CAD5-F634-C43D-4D9867A57BF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26724516"/>
              </p:ext>
            </p:extLst>
          </p:nvPr>
        </p:nvGraphicFramePr>
        <p:xfrm>
          <a:off x="2286000" y="1524000"/>
          <a:ext cx="7620000" cy="2286000"/>
        </p:xfrm>
        <a:graphic>
          <a:graphicData uri="http://schemas.openxmlformats.org/drawingml/2006/table">
            <a:tbl>
              <a:tblPr rtl="1" firstRow="1" bandRow="1">
                <a:tableStyleId>{5C22544A-7EE6-4342-B048-85BDC9FD1C3A}</a:tableStyleId>
              </a:tblPr>
              <a:tblGrid>
                <a:gridCol w="2540000">
                  <a:extLst>
                    <a:ext uri="{9D8B030D-6E8A-4147-A177-3AD203B41FA5}">
                      <a16:colId xmlns:a16="http://schemas.microsoft.com/office/drawing/2014/main" val="2529277331"/>
                    </a:ext>
                  </a:extLst>
                </a:gridCol>
                <a:gridCol w="2540000">
                  <a:extLst>
                    <a:ext uri="{9D8B030D-6E8A-4147-A177-3AD203B41FA5}">
                      <a16:colId xmlns:a16="http://schemas.microsoft.com/office/drawing/2014/main" val="348132281"/>
                    </a:ext>
                  </a:extLst>
                </a:gridCol>
                <a:gridCol w="2540000">
                  <a:extLst>
                    <a:ext uri="{9D8B030D-6E8A-4147-A177-3AD203B41FA5}">
                      <a16:colId xmlns:a16="http://schemas.microsoft.com/office/drawing/2014/main" val="3105785362"/>
                    </a:ext>
                  </a:extLst>
                </a:gridCol>
              </a:tblGrid>
              <a:tr h="762000">
                <a:tc>
                  <a:txBody>
                    <a:bodyPr/>
                    <a:lstStyle/>
                    <a:p>
                      <a:pPr algn="r" rtl="1"/>
                      <a:r>
                        <a:rPr lang="ar-EG"/>
                        <a:t>البند</a:t>
                      </a:r>
                      <a:endParaRPr lang="en-US"/>
                    </a:p>
                  </a:txBody>
                  <a:tcPr>
                    <a:gradFill flip="none" rotWithShape="1">
                      <a:gsLst>
                        <a:gs pos="0">
                          <a:srgbClr val="156082"/>
                        </a:gs>
                        <a:gs pos="100000">
                          <a:srgbClr val="73A0B4"/>
                        </a:gs>
                      </a:gsLst>
                      <a:lin ang="5400000" scaled="1"/>
                      <a:tileRect/>
                    </a:gradFill>
                  </a:tcPr>
                </a:tc>
                <a:tc>
                  <a:txBody>
                    <a:bodyPr/>
                    <a:lstStyle/>
                    <a:p>
                      <a:pPr algn="r" rtl="1"/>
                      <a:r>
                        <a:rPr lang="ar-EG"/>
                        <a:t>الحالة</a:t>
                      </a:r>
                      <a:endParaRPr lang="en-US"/>
                    </a:p>
                  </a:txBody>
                  <a:tcPr>
                    <a:gradFill flip="none" rotWithShape="1">
                      <a:gsLst>
                        <a:gs pos="0">
                          <a:srgbClr val="156082"/>
                        </a:gs>
                        <a:gs pos="100000">
                          <a:srgbClr val="73A0B4"/>
                        </a:gs>
                      </a:gsLst>
                      <a:lin ang="5400000" scaled="1"/>
                      <a:tileRect/>
                    </a:gradFill>
                  </a:tcPr>
                </a:tc>
                <a:tc>
                  <a:txBody>
                    <a:bodyPr/>
                    <a:lstStyle/>
                    <a:p>
                      <a:pPr algn="r" rtl="1"/>
                      <a:r>
                        <a:rPr lang="ar-EG"/>
                        <a:t>الملاحظات</a:t>
                      </a:r>
                      <a:endParaRPr lang="en-US"/>
                    </a:p>
                  </a:txBody>
                  <a:tcPr>
                    <a:gradFill flip="none" rotWithShape="1">
                      <a:gsLst>
                        <a:gs pos="0">
                          <a:srgbClr val="156082"/>
                        </a:gs>
                        <a:gs pos="100000">
                          <a:srgbClr val="73A0B4"/>
                        </a:gs>
                      </a:gsLst>
                      <a:lin ang="5400000" scaled="1"/>
                      <a:tileRect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2584780581"/>
                  </a:ext>
                </a:extLst>
              </a:tr>
              <a:tr h="762000">
                <a:tc>
                  <a:txBody>
                    <a:bodyPr/>
                    <a:lstStyle/>
                    <a:p>
                      <a:pPr algn="r" rtl="1"/>
                      <a:r>
                        <a:rPr lang="ar-EG"/>
                        <a:t>تصميم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/>
                      <a:r>
                        <a:rPr lang="ar-EG"/>
                        <a:t>مكتمل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/>
                      <a:r>
                        <a:rPr lang="ar-EG"/>
                        <a:t>نقش</a:t>
                      </a:r>
                      <a:endParaRPr lang="en-US"/>
                    </a:p>
                  </a:txBody>
                  <a:tcPr>
                    <a:pattFill prst="smGrid">
                      <a:fgClr>
                        <a:srgbClr val="E8A33D"/>
                      </a:fgClr>
                      <a:bgClr>
                        <a:srgbClr val="FFF4E0"/>
                      </a:bgClr>
                    </a:pattFill>
                  </a:tcPr>
                </a:tc>
                <a:extLst>
                  <a:ext uri="{0D108BD9-81ED-4DB2-BD59-A6C34878D82A}">
                    <a16:rowId xmlns:a16="http://schemas.microsoft.com/office/drawing/2014/main" val="267561173"/>
                  </a:ext>
                </a:extLst>
              </a:tr>
              <a:tr h="762000">
                <a:tc>
                  <a:txBody>
                    <a:bodyPr/>
                    <a:lstStyle/>
                    <a:p>
                      <a:pPr algn="r" rtl="1"/>
                      <a:r>
                        <a:rPr lang="ar-EG"/>
                        <a:t>تنفيذ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/>
                      <a:r>
                        <a:rPr lang="ar-EG"/>
                        <a:t>جارٍ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/>
                      <a:r>
                        <a:rPr lang="ar-EG"/>
                        <a:t>تدرج</a:t>
                      </a:r>
                      <a:endParaRPr lang="en-US"/>
                    </a:p>
                  </a:txBody>
                  <a:tcPr>
                    <a:gradFill flip="none" rotWithShape="1">
                      <a:gsLst>
                        <a:gs pos="0">
                          <a:srgbClr val="FFFFFF"/>
                        </a:gs>
                        <a:gs pos="100000">
                          <a:srgbClr val="E8A33D"/>
                        </a:gs>
                      </a:gsLst>
                      <a:path path="rect">
                        <a:fillToRect l="50000" t="50000" r="50000" b="50000"/>
                      </a:path>
                      <a:tileRect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191601102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0604181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</TotalTime>
  <Words>136</Words>
  <Application>Microsoft Office PowerPoint</Application>
  <PresentationFormat>Widescreen</PresentationFormat>
  <Paragraphs>69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Aptos</vt:lpstr>
      <vt:lpstr>Aptos Display</vt:lpstr>
      <vt:lpstr>Arial</vt:lpstr>
      <vt:lpstr>Wingdings</vt:lpstr>
      <vt:lpstr>Office Theme</vt:lpstr>
      <vt:lpstr>تقرير الإنتاج الأسبوعي</vt:lpstr>
      <vt:lpstr>جدول المتابعة</vt:lpstr>
      <vt:lpstr>PowerPoint Presentation</vt:lpstr>
      <vt:lpstr>PowerPoint Presentation</vt:lpstr>
      <vt:lpstr>تنسيق التعداد النقطي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Abdalhameed Samy</dc:creator>
  <cp:lastModifiedBy>Abdalhameed Samy</cp:lastModifiedBy>
  <cp:revision>25</cp:revision>
  <dcterms:created xsi:type="dcterms:W3CDTF">2026-09-11T15:13:30Z</dcterms:created>
  <dcterms:modified xsi:type="dcterms:W3CDTF">2026-09-23T16:47:54Z</dcterms:modified>
</cp:coreProperties>
</file>